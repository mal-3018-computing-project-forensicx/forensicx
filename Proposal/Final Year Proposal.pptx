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3"/>
  </p:notesMasterIdLst>
  <p:sldIdLst>
    <p:sldId id="256" r:id="rId5"/>
    <p:sldId id="278" r:id="rId6"/>
    <p:sldId id="279" r:id="rId7"/>
    <p:sldId id="280" r:id="rId8"/>
    <p:sldId id="296" r:id="rId9"/>
    <p:sldId id="284" r:id="rId10"/>
    <p:sldId id="282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743CC9-AEF9-4DAF-BF01-BE4578B983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97D379-4023-4BC2-93E6-84D4DE8A1D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How effectively can cross-source correlation improve timeline accuracy compared to single-source analysis</a:t>
          </a:r>
          <a:r>
            <a:rPr lang="en-US" b="0" i="0" baseline="0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11EB96-EF1B-468E-8894-D36F4B9ADD88}" type="parTrans" cxnId="{AE35181E-CAB8-43C4-BAFA-5919DAA06726}">
      <dgm:prSet/>
      <dgm:spPr/>
      <dgm:t>
        <a:bodyPr/>
        <a:lstStyle/>
        <a:p>
          <a:endParaRPr lang="en-US"/>
        </a:p>
      </dgm:t>
    </dgm:pt>
    <dgm:pt modelId="{B428D30B-9DFD-46BD-A705-F92BB14CCFC9}" type="sibTrans" cxnId="{AE35181E-CAB8-43C4-BAFA-5919DAA06726}">
      <dgm:prSet/>
      <dgm:spPr/>
      <dgm:t>
        <a:bodyPr/>
        <a:lstStyle/>
        <a:p>
          <a:endParaRPr lang="en-US"/>
        </a:p>
      </dgm:t>
    </dgm:pt>
    <dgm:pt modelId="{1BA24044-0CB2-4A08-A9ED-64EEF35130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What combination of memory artifacts and filesystem behaviors provides the strongest evidence for ransomware involvement</a:t>
          </a:r>
          <a:r>
            <a:rPr lang="en-US" b="0" i="0" baseline="0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8F8386-BE8D-4ADC-BEBC-EB6D5EE5EBFC}" type="parTrans" cxnId="{6D3072B5-FB1A-428F-ADA8-AD15FC5B3F89}">
      <dgm:prSet/>
      <dgm:spPr/>
      <dgm:t>
        <a:bodyPr/>
        <a:lstStyle/>
        <a:p>
          <a:endParaRPr lang="en-US"/>
        </a:p>
      </dgm:t>
    </dgm:pt>
    <dgm:pt modelId="{EA3BC020-4151-4911-AC07-94188B01BA3C}" type="sibTrans" cxnId="{6D3072B5-FB1A-428F-ADA8-AD15FC5B3F89}">
      <dgm:prSet/>
      <dgm:spPr/>
      <dgm:t>
        <a:bodyPr/>
        <a:lstStyle/>
        <a:p>
          <a:endParaRPr lang="en-US"/>
        </a:p>
      </dgm:t>
    </dgm:pt>
    <dgm:pt modelId="{B081C2A3-4F48-49AE-8DCA-856E0FB8BC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How feasible is automated cloud metadata analysis for proving exfiltration or tampering</a:t>
          </a:r>
          <a:r>
            <a:rPr lang="en-US" b="0" i="0" baseline="0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6B629C-B426-4CC2-B97A-757091928B81}" type="parTrans" cxnId="{52BECF3F-587B-4667-8FCB-17D3209F8AC9}">
      <dgm:prSet/>
      <dgm:spPr/>
      <dgm:t>
        <a:bodyPr/>
        <a:lstStyle/>
        <a:p>
          <a:endParaRPr lang="en-US"/>
        </a:p>
      </dgm:t>
    </dgm:pt>
    <dgm:pt modelId="{EF2CA7EA-66FB-4CC5-9718-AF1B045ED5E6}" type="sibTrans" cxnId="{52BECF3F-587B-4667-8FCB-17D3209F8AC9}">
      <dgm:prSet/>
      <dgm:spPr/>
      <dgm:t>
        <a:bodyPr/>
        <a:lstStyle/>
        <a:p>
          <a:endParaRPr lang="en-US"/>
        </a:p>
      </dgm:t>
    </dgm:pt>
    <dgm:pt modelId="{4CF8CB94-6067-4295-A5F8-F17B2F336E3F}" type="pres">
      <dgm:prSet presAssocID="{A6743CC9-AEF9-4DAF-BF01-BE4578B98395}" presName="root" presStyleCnt="0">
        <dgm:presLayoutVars>
          <dgm:dir/>
          <dgm:resizeHandles val="exact"/>
        </dgm:presLayoutVars>
      </dgm:prSet>
      <dgm:spPr/>
    </dgm:pt>
    <dgm:pt modelId="{A44D865C-665C-4CCD-9E35-353C008E5DB7}" type="pres">
      <dgm:prSet presAssocID="{6297D379-4023-4BC2-93E6-84D4DE8A1DCE}" presName="compNode" presStyleCnt="0"/>
      <dgm:spPr/>
    </dgm:pt>
    <dgm:pt modelId="{6524778F-B400-41F7-8A6D-24D255C1EF02}" type="pres">
      <dgm:prSet presAssocID="{6297D379-4023-4BC2-93E6-84D4DE8A1DCE}" presName="bgRect" presStyleLbl="bgShp" presStyleIdx="0" presStyleCnt="3"/>
      <dgm:spPr>
        <a:solidFill>
          <a:schemeClr val="bg2">
            <a:lumMod val="75000"/>
          </a:schemeClr>
        </a:solidFill>
      </dgm:spPr>
    </dgm:pt>
    <dgm:pt modelId="{0CD81486-FCD3-4C7D-A803-340C40F5423F}" type="pres">
      <dgm:prSet presAssocID="{6297D379-4023-4BC2-93E6-84D4DE8A1DC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C77A67F1-001A-46CD-A23C-0DB7EDAF2091}" type="pres">
      <dgm:prSet presAssocID="{6297D379-4023-4BC2-93E6-84D4DE8A1DCE}" presName="spaceRect" presStyleCnt="0"/>
      <dgm:spPr/>
    </dgm:pt>
    <dgm:pt modelId="{83C4606B-CA8E-4519-8CD0-B8EA7BB1591D}" type="pres">
      <dgm:prSet presAssocID="{6297D379-4023-4BC2-93E6-84D4DE8A1DCE}" presName="parTx" presStyleLbl="revTx" presStyleIdx="0" presStyleCnt="3">
        <dgm:presLayoutVars>
          <dgm:chMax val="0"/>
          <dgm:chPref val="0"/>
        </dgm:presLayoutVars>
      </dgm:prSet>
      <dgm:spPr/>
    </dgm:pt>
    <dgm:pt modelId="{0C815D93-E9D6-495D-A6B9-22A15921A892}" type="pres">
      <dgm:prSet presAssocID="{B428D30B-9DFD-46BD-A705-F92BB14CCFC9}" presName="sibTrans" presStyleCnt="0"/>
      <dgm:spPr/>
    </dgm:pt>
    <dgm:pt modelId="{47530E3A-FBBF-4CEC-8437-058BB8AB507C}" type="pres">
      <dgm:prSet presAssocID="{1BA24044-0CB2-4A08-A9ED-64EEF351306A}" presName="compNode" presStyleCnt="0"/>
      <dgm:spPr/>
    </dgm:pt>
    <dgm:pt modelId="{E429F5C5-6091-48A6-BB7E-00FA5D2B97CF}" type="pres">
      <dgm:prSet presAssocID="{1BA24044-0CB2-4A08-A9ED-64EEF351306A}" presName="bgRect" presStyleLbl="bgShp" presStyleIdx="1" presStyleCnt="3"/>
      <dgm:spPr>
        <a:solidFill>
          <a:schemeClr val="bg2">
            <a:lumMod val="75000"/>
          </a:schemeClr>
        </a:solidFill>
      </dgm:spPr>
    </dgm:pt>
    <dgm:pt modelId="{E98B4986-9342-4C8E-A543-1FE512C2A763}" type="pres">
      <dgm:prSet presAssocID="{1BA24044-0CB2-4A08-A9ED-64EEF35130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D396190-336A-4BAC-98A6-5D9090FA6977}" type="pres">
      <dgm:prSet presAssocID="{1BA24044-0CB2-4A08-A9ED-64EEF351306A}" presName="spaceRect" presStyleCnt="0"/>
      <dgm:spPr/>
    </dgm:pt>
    <dgm:pt modelId="{3BEEDA11-59EB-430C-93BA-D940F114F021}" type="pres">
      <dgm:prSet presAssocID="{1BA24044-0CB2-4A08-A9ED-64EEF351306A}" presName="parTx" presStyleLbl="revTx" presStyleIdx="1" presStyleCnt="3">
        <dgm:presLayoutVars>
          <dgm:chMax val="0"/>
          <dgm:chPref val="0"/>
        </dgm:presLayoutVars>
      </dgm:prSet>
      <dgm:spPr/>
    </dgm:pt>
    <dgm:pt modelId="{EBBCCD27-DF19-44BB-A21B-89530DAD86D7}" type="pres">
      <dgm:prSet presAssocID="{EA3BC020-4151-4911-AC07-94188B01BA3C}" presName="sibTrans" presStyleCnt="0"/>
      <dgm:spPr/>
    </dgm:pt>
    <dgm:pt modelId="{85DF07BB-5851-48C7-89FC-74B5D5E29FEF}" type="pres">
      <dgm:prSet presAssocID="{B081C2A3-4F48-49AE-8DCA-856E0FB8BC25}" presName="compNode" presStyleCnt="0"/>
      <dgm:spPr/>
    </dgm:pt>
    <dgm:pt modelId="{CF6F414F-DBEC-4EEF-9C0F-D9F17725FFB9}" type="pres">
      <dgm:prSet presAssocID="{B081C2A3-4F48-49AE-8DCA-856E0FB8BC25}" presName="bgRect" presStyleLbl="bgShp" presStyleIdx="2" presStyleCnt="3"/>
      <dgm:spPr>
        <a:solidFill>
          <a:schemeClr val="bg2">
            <a:lumMod val="75000"/>
          </a:schemeClr>
        </a:solidFill>
      </dgm:spPr>
    </dgm:pt>
    <dgm:pt modelId="{ABA016BC-EE36-4D7B-9BA8-940F78D9A8D0}" type="pres">
      <dgm:prSet presAssocID="{B081C2A3-4F48-49AE-8DCA-856E0FB8BC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434A622-7035-48E2-A025-7797AABE67EF}" type="pres">
      <dgm:prSet presAssocID="{B081C2A3-4F48-49AE-8DCA-856E0FB8BC25}" presName="spaceRect" presStyleCnt="0"/>
      <dgm:spPr/>
    </dgm:pt>
    <dgm:pt modelId="{30B3A8CC-4983-4EDB-A339-B85476DF875E}" type="pres">
      <dgm:prSet presAssocID="{B081C2A3-4F48-49AE-8DCA-856E0FB8BC2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E35181E-CAB8-43C4-BAFA-5919DAA06726}" srcId="{A6743CC9-AEF9-4DAF-BF01-BE4578B98395}" destId="{6297D379-4023-4BC2-93E6-84D4DE8A1DCE}" srcOrd="0" destOrd="0" parTransId="{E211EB96-EF1B-468E-8894-D36F4B9ADD88}" sibTransId="{B428D30B-9DFD-46BD-A705-F92BB14CCFC9}"/>
    <dgm:cxn modelId="{B391332F-0717-445E-BB5F-C902204173AE}" type="presOf" srcId="{A6743CC9-AEF9-4DAF-BF01-BE4578B98395}" destId="{4CF8CB94-6067-4295-A5F8-F17B2F336E3F}" srcOrd="0" destOrd="0" presId="urn:microsoft.com/office/officeart/2018/2/layout/IconVerticalSolidList"/>
    <dgm:cxn modelId="{52BECF3F-587B-4667-8FCB-17D3209F8AC9}" srcId="{A6743CC9-AEF9-4DAF-BF01-BE4578B98395}" destId="{B081C2A3-4F48-49AE-8DCA-856E0FB8BC25}" srcOrd="2" destOrd="0" parTransId="{106B629C-B426-4CC2-B97A-757091928B81}" sibTransId="{EF2CA7EA-66FB-4CC5-9718-AF1B045ED5E6}"/>
    <dgm:cxn modelId="{DEDE2449-E70E-4BC0-B899-8640BBFFEBFF}" type="presOf" srcId="{6297D379-4023-4BC2-93E6-84D4DE8A1DCE}" destId="{83C4606B-CA8E-4519-8CD0-B8EA7BB1591D}" srcOrd="0" destOrd="0" presId="urn:microsoft.com/office/officeart/2018/2/layout/IconVerticalSolidList"/>
    <dgm:cxn modelId="{D2CB6E4E-2911-430C-ACE7-A5792F5EADD1}" type="presOf" srcId="{1BA24044-0CB2-4A08-A9ED-64EEF351306A}" destId="{3BEEDA11-59EB-430C-93BA-D940F114F021}" srcOrd="0" destOrd="0" presId="urn:microsoft.com/office/officeart/2018/2/layout/IconVerticalSolidList"/>
    <dgm:cxn modelId="{53AACD73-5847-46CF-940F-2EAAE87F53BF}" type="presOf" srcId="{B081C2A3-4F48-49AE-8DCA-856E0FB8BC25}" destId="{30B3A8CC-4983-4EDB-A339-B85476DF875E}" srcOrd="0" destOrd="0" presId="urn:microsoft.com/office/officeart/2018/2/layout/IconVerticalSolidList"/>
    <dgm:cxn modelId="{6D3072B5-FB1A-428F-ADA8-AD15FC5B3F89}" srcId="{A6743CC9-AEF9-4DAF-BF01-BE4578B98395}" destId="{1BA24044-0CB2-4A08-A9ED-64EEF351306A}" srcOrd="1" destOrd="0" parTransId="{D38F8386-BE8D-4ADC-BEBC-EB6D5EE5EBFC}" sibTransId="{EA3BC020-4151-4911-AC07-94188B01BA3C}"/>
    <dgm:cxn modelId="{92DC794B-D609-4EE8-804E-58FE9910BE6D}" type="presParOf" srcId="{4CF8CB94-6067-4295-A5F8-F17B2F336E3F}" destId="{A44D865C-665C-4CCD-9E35-353C008E5DB7}" srcOrd="0" destOrd="0" presId="urn:microsoft.com/office/officeart/2018/2/layout/IconVerticalSolidList"/>
    <dgm:cxn modelId="{CE3DD74E-8ECC-44F0-BD88-609901342F57}" type="presParOf" srcId="{A44D865C-665C-4CCD-9E35-353C008E5DB7}" destId="{6524778F-B400-41F7-8A6D-24D255C1EF02}" srcOrd="0" destOrd="0" presId="urn:microsoft.com/office/officeart/2018/2/layout/IconVerticalSolidList"/>
    <dgm:cxn modelId="{868948CC-31BF-4661-9D57-3EFD359B96AF}" type="presParOf" srcId="{A44D865C-665C-4CCD-9E35-353C008E5DB7}" destId="{0CD81486-FCD3-4C7D-A803-340C40F5423F}" srcOrd="1" destOrd="0" presId="urn:microsoft.com/office/officeart/2018/2/layout/IconVerticalSolidList"/>
    <dgm:cxn modelId="{6B5A5B68-69B5-46A5-B30B-5BF074F2E0DC}" type="presParOf" srcId="{A44D865C-665C-4CCD-9E35-353C008E5DB7}" destId="{C77A67F1-001A-46CD-A23C-0DB7EDAF2091}" srcOrd="2" destOrd="0" presId="urn:microsoft.com/office/officeart/2018/2/layout/IconVerticalSolidList"/>
    <dgm:cxn modelId="{D786A288-2803-41F6-8C4F-FB882935F462}" type="presParOf" srcId="{A44D865C-665C-4CCD-9E35-353C008E5DB7}" destId="{83C4606B-CA8E-4519-8CD0-B8EA7BB1591D}" srcOrd="3" destOrd="0" presId="urn:microsoft.com/office/officeart/2018/2/layout/IconVerticalSolidList"/>
    <dgm:cxn modelId="{883CF93A-86C5-4D83-8327-404219AB5D3B}" type="presParOf" srcId="{4CF8CB94-6067-4295-A5F8-F17B2F336E3F}" destId="{0C815D93-E9D6-495D-A6B9-22A15921A892}" srcOrd="1" destOrd="0" presId="urn:microsoft.com/office/officeart/2018/2/layout/IconVerticalSolidList"/>
    <dgm:cxn modelId="{00EE68BA-92E8-49A2-96EE-B3F0284529B6}" type="presParOf" srcId="{4CF8CB94-6067-4295-A5F8-F17B2F336E3F}" destId="{47530E3A-FBBF-4CEC-8437-058BB8AB507C}" srcOrd="2" destOrd="0" presId="urn:microsoft.com/office/officeart/2018/2/layout/IconVerticalSolidList"/>
    <dgm:cxn modelId="{FEA0AD91-FEDA-4C1A-BE4A-1E1BF888CDB7}" type="presParOf" srcId="{47530E3A-FBBF-4CEC-8437-058BB8AB507C}" destId="{E429F5C5-6091-48A6-BB7E-00FA5D2B97CF}" srcOrd="0" destOrd="0" presId="urn:microsoft.com/office/officeart/2018/2/layout/IconVerticalSolidList"/>
    <dgm:cxn modelId="{5095A28E-6FC4-4EAD-9BA5-7494A671915B}" type="presParOf" srcId="{47530E3A-FBBF-4CEC-8437-058BB8AB507C}" destId="{E98B4986-9342-4C8E-A543-1FE512C2A763}" srcOrd="1" destOrd="0" presId="urn:microsoft.com/office/officeart/2018/2/layout/IconVerticalSolidList"/>
    <dgm:cxn modelId="{7D2B16E6-FDC3-4AEA-AF95-C8C28AD7C5F2}" type="presParOf" srcId="{47530E3A-FBBF-4CEC-8437-058BB8AB507C}" destId="{DD396190-336A-4BAC-98A6-5D9090FA6977}" srcOrd="2" destOrd="0" presId="urn:microsoft.com/office/officeart/2018/2/layout/IconVerticalSolidList"/>
    <dgm:cxn modelId="{85EA4131-09F0-4B11-83E8-49C38766B3C9}" type="presParOf" srcId="{47530E3A-FBBF-4CEC-8437-058BB8AB507C}" destId="{3BEEDA11-59EB-430C-93BA-D940F114F021}" srcOrd="3" destOrd="0" presId="urn:microsoft.com/office/officeart/2018/2/layout/IconVerticalSolidList"/>
    <dgm:cxn modelId="{877718C9-8266-4A45-A065-4172AF4D5E02}" type="presParOf" srcId="{4CF8CB94-6067-4295-A5F8-F17B2F336E3F}" destId="{EBBCCD27-DF19-44BB-A21B-89530DAD86D7}" srcOrd="3" destOrd="0" presId="urn:microsoft.com/office/officeart/2018/2/layout/IconVerticalSolidList"/>
    <dgm:cxn modelId="{66A8E2E0-0D21-419C-B236-D0B843DB3409}" type="presParOf" srcId="{4CF8CB94-6067-4295-A5F8-F17B2F336E3F}" destId="{85DF07BB-5851-48C7-89FC-74B5D5E29FEF}" srcOrd="4" destOrd="0" presId="urn:microsoft.com/office/officeart/2018/2/layout/IconVerticalSolidList"/>
    <dgm:cxn modelId="{017A4352-C8FB-4915-8962-C416FBC7055A}" type="presParOf" srcId="{85DF07BB-5851-48C7-89FC-74B5D5E29FEF}" destId="{CF6F414F-DBEC-4EEF-9C0F-D9F17725FFB9}" srcOrd="0" destOrd="0" presId="urn:microsoft.com/office/officeart/2018/2/layout/IconVerticalSolidList"/>
    <dgm:cxn modelId="{C5DB1288-FA5E-4788-9C8D-F3AAA74B4116}" type="presParOf" srcId="{85DF07BB-5851-48C7-89FC-74B5D5E29FEF}" destId="{ABA016BC-EE36-4D7B-9BA8-940F78D9A8D0}" srcOrd="1" destOrd="0" presId="urn:microsoft.com/office/officeart/2018/2/layout/IconVerticalSolidList"/>
    <dgm:cxn modelId="{C0EFA1A6-1C18-4149-8B25-4027BA0AC615}" type="presParOf" srcId="{85DF07BB-5851-48C7-89FC-74B5D5E29FEF}" destId="{1434A622-7035-48E2-A025-7797AABE67EF}" srcOrd="2" destOrd="0" presId="urn:microsoft.com/office/officeart/2018/2/layout/IconVerticalSolidList"/>
    <dgm:cxn modelId="{65BFC9B0-A4A9-4DD5-8D58-DDDDE7191EE8}" type="presParOf" srcId="{85DF07BB-5851-48C7-89FC-74B5D5E29FEF}" destId="{30B3A8CC-4983-4EDB-A339-B85476DF87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F2AE46-02E8-4B0E-AC41-9EFAB29B06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6B5007E-2CA8-4BAD-AF55-BBF9AD3172A1}">
      <dgm:prSet/>
      <dgm:spPr/>
      <dgm:t>
        <a:bodyPr/>
        <a:lstStyle/>
        <a:p>
          <a:r>
            <a:rPr lang="en-US"/>
            <a:t>In scope:</a:t>
          </a:r>
        </a:p>
      </dgm:t>
    </dgm:pt>
    <dgm:pt modelId="{FF117956-36D8-4DEA-A321-CF220C26869B}" type="parTrans" cxnId="{A920749D-0303-4A33-89E2-C2001CFCBA38}">
      <dgm:prSet/>
      <dgm:spPr/>
      <dgm:t>
        <a:bodyPr/>
        <a:lstStyle/>
        <a:p>
          <a:endParaRPr lang="en-US"/>
        </a:p>
      </dgm:t>
    </dgm:pt>
    <dgm:pt modelId="{A3D238B0-57B9-4252-AB4B-13A2E6D0E025}" type="sibTrans" cxnId="{A920749D-0303-4A33-89E2-C2001CFCBA38}">
      <dgm:prSet/>
      <dgm:spPr/>
      <dgm:t>
        <a:bodyPr/>
        <a:lstStyle/>
        <a:p>
          <a:endParaRPr lang="en-US"/>
        </a:p>
      </dgm:t>
    </dgm:pt>
    <dgm:pt modelId="{99AFF1DA-2E3D-4DC2-94D3-813B2C45A7FC}">
      <dgm:prSet/>
      <dgm:spPr/>
      <dgm:t>
        <a:bodyPr/>
        <a:lstStyle/>
        <a:p>
          <a:r>
            <a:rPr lang="en-US"/>
            <a:t>Memory Forensics (Volatility-based analysis)</a:t>
          </a:r>
        </a:p>
      </dgm:t>
    </dgm:pt>
    <dgm:pt modelId="{B15526C4-E318-46B7-81D3-2834EF4CB58B}" type="parTrans" cxnId="{B495F399-89F0-42CE-A977-0B52B53BA0A2}">
      <dgm:prSet/>
      <dgm:spPr/>
      <dgm:t>
        <a:bodyPr/>
        <a:lstStyle/>
        <a:p>
          <a:endParaRPr lang="en-US"/>
        </a:p>
      </dgm:t>
    </dgm:pt>
    <dgm:pt modelId="{D43FFAE5-28C0-4DDA-AAD4-132EF60136F1}" type="sibTrans" cxnId="{B495F399-89F0-42CE-A977-0B52B53BA0A2}">
      <dgm:prSet/>
      <dgm:spPr/>
      <dgm:t>
        <a:bodyPr/>
        <a:lstStyle/>
        <a:p>
          <a:endParaRPr lang="en-US"/>
        </a:p>
      </dgm:t>
    </dgm:pt>
    <dgm:pt modelId="{72FEE983-0574-404C-B1C1-714A9AD53E04}">
      <dgm:prSet/>
      <dgm:spPr/>
      <dgm:t>
        <a:bodyPr/>
        <a:lstStyle/>
        <a:p>
          <a:r>
            <a:rPr lang="en-US" dirty="0"/>
            <a:t>Log ingestion and correlation (system logs, Sysmon, firewall logs, web server logs)</a:t>
          </a:r>
        </a:p>
      </dgm:t>
    </dgm:pt>
    <dgm:pt modelId="{8CB6E5DC-B93B-48BE-A440-64DCBB8EC623}" type="parTrans" cxnId="{5F4F01FD-F2A2-4621-969A-D1E60B8F48E9}">
      <dgm:prSet/>
      <dgm:spPr/>
      <dgm:t>
        <a:bodyPr/>
        <a:lstStyle/>
        <a:p>
          <a:endParaRPr lang="en-US"/>
        </a:p>
      </dgm:t>
    </dgm:pt>
    <dgm:pt modelId="{2BFA2114-BF66-455F-9BC0-AC6217FA88F2}" type="sibTrans" cxnId="{5F4F01FD-F2A2-4621-969A-D1E60B8F48E9}">
      <dgm:prSet/>
      <dgm:spPr/>
      <dgm:t>
        <a:bodyPr/>
        <a:lstStyle/>
        <a:p>
          <a:endParaRPr lang="en-US"/>
        </a:p>
      </dgm:t>
    </dgm:pt>
    <dgm:pt modelId="{07275016-B123-41C4-BB6F-B3F04FE59E55}">
      <dgm:prSet/>
      <dgm:spPr/>
      <dgm:t>
        <a:bodyPr/>
        <a:lstStyle/>
        <a:p>
          <a:r>
            <a:rPr lang="en-US"/>
            <a:t>Cloud metadata analysis for common providers (Google Drive / AWS S3 / OneDrive) via metadata and API access</a:t>
          </a:r>
        </a:p>
      </dgm:t>
    </dgm:pt>
    <dgm:pt modelId="{94D8A68A-958A-4718-9BD5-50370C35C8FE}" type="parTrans" cxnId="{B60CCDF6-4DF2-4A10-B38B-B4999358DCFC}">
      <dgm:prSet/>
      <dgm:spPr/>
      <dgm:t>
        <a:bodyPr/>
        <a:lstStyle/>
        <a:p>
          <a:endParaRPr lang="en-US"/>
        </a:p>
      </dgm:t>
    </dgm:pt>
    <dgm:pt modelId="{4B90D570-3061-420D-9DED-19346E0F9A9A}" type="sibTrans" cxnId="{B60CCDF6-4DF2-4A10-B38B-B4999358DCFC}">
      <dgm:prSet/>
      <dgm:spPr/>
      <dgm:t>
        <a:bodyPr/>
        <a:lstStyle/>
        <a:p>
          <a:endParaRPr lang="en-US"/>
        </a:p>
      </dgm:t>
    </dgm:pt>
    <dgm:pt modelId="{95D56A14-F22C-4730-AB5C-374504C6D22D}">
      <dgm:prSet/>
      <dgm:spPr/>
      <dgm:t>
        <a:bodyPr/>
        <a:lstStyle/>
        <a:p>
          <a:r>
            <a:rPr lang="en-US"/>
            <a:t>Ransomware artifact detection (heuristics &amp; rule-based)</a:t>
          </a:r>
        </a:p>
      </dgm:t>
    </dgm:pt>
    <dgm:pt modelId="{8C008597-93CD-4CD4-B645-0C385E8AFB8B}" type="parTrans" cxnId="{E337BA4E-7BC1-4690-9401-621AE78F3C1A}">
      <dgm:prSet/>
      <dgm:spPr/>
      <dgm:t>
        <a:bodyPr/>
        <a:lstStyle/>
        <a:p>
          <a:endParaRPr lang="en-US"/>
        </a:p>
      </dgm:t>
    </dgm:pt>
    <dgm:pt modelId="{CB6A15CE-25AE-476F-A0C7-10DDE26929C3}" type="sibTrans" cxnId="{E337BA4E-7BC1-4690-9401-621AE78F3C1A}">
      <dgm:prSet/>
      <dgm:spPr/>
      <dgm:t>
        <a:bodyPr/>
        <a:lstStyle/>
        <a:p>
          <a:endParaRPr lang="en-US"/>
        </a:p>
      </dgm:t>
    </dgm:pt>
    <dgm:pt modelId="{53090E43-7011-436B-956C-7D8934F49CDE}">
      <dgm:prSet/>
      <dgm:spPr/>
      <dgm:t>
        <a:bodyPr/>
        <a:lstStyle/>
        <a:p>
          <a:r>
            <a:rPr lang="en-US"/>
            <a:t>Dashboard and report generation prototype (web-based)</a:t>
          </a:r>
        </a:p>
      </dgm:t>
    </dgm:pt>
    <dgm:pt modelId="{A152F07E-C9A5-4A11-A7A5-78340221E1EC}" type="parTrans" cxnId="{331B8C18-F13A-41C4-B92C-65C7E37830DA}">
      <dgm:prSet/>
      <dgm:spPr/>
      <dgm:t>
        <a:bodyPr/>
        <a:lstStyle/>
        <a:p>
          <a:endParaRPr lang="en-US"/>
        </a:p>
      </dgm:t>
    </dgm:pt>
    <dgm:pt modelId="{38A4CD16-EAB0-4BB2-94F6-542A00195E3D}" type="sibTrans" cxnId="{331B8C18-F13A-41C4-B92C-65C7E37830DA}">
      <dgm:prSet/>
      <dgm:spPr/>
      <dgm:t>
        <a:bodyPr/>
        <a:lstStyle/>
        <a:p>
          <a:endParaRPr lang="en-US"/>
        </a:p>
      </dgm:t>
    </dgm:pt>
    <dgm:pt modelId="{2C83EA3D-8BA6-4CEC-97B9-D77EFECB9A20}" type="pres">
      <dgm:prSet presAssocID="{F4F2AE46-02E8-4B0E-AC41-9EFAB29B069F}" presName="linear" presStyleCnt="0">
        <dgm:presLayoutVars>
          <dgm:animLvl val="lvl"/>
          <dgm:resizeHandles val="exact"/>
        </dgm:presLayoutVars>
      </dgm:prSet>
      <dgm:spPr/>
    </dgm:pt>
    <dgm:pt modelId="{FB6CD5C3-3637-46F2-9150-15AC96BAC6E5}" type="pres">
      <dgm:prSet presAssocID="{06B5007E-2CA8-4BAD-AF55-BBF9AD3172A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757A780-050E-4F2E-B406-A5F523354D36}" type="pres">
      <dgm:prSet presAssocID="{06B5007E-2CA8-4BAD-AF55-BBF9AD3172A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31B8C18-F13A-41C4-B92C-65C7E37830DA}" srcId="{06B5007E-2CA8-4BAD-AF55-BBF9AD3172A1}" destId="{53090E43-7011-436B-956C-7D8934F49CDE}" srcOrd="4" destOrd="0" parTransId="{A152F07E-C9A5-4A11-A7A5-78340221E1EC}" sibTransId="{38A4CD16-EAB0-4BB2-94F6-542A00195E3D}"/>
    <dgm:cxn modelId="{8F550D39-BA05-4531-850A-4130BAF3B7B5}" type="presOf" srcId="{F4F2AE46-02E8-4B0E-AC41-9EFAB29B069F}" destId="{2C83EA3D-8BA6-4CEC-97B9-D77EFECB9A20}" srcOrd="0" destOrd="0" presId="urn:microsoft.com/office/officeart/2005/8/layout/vList2"/>
    <dgm:cxn modelId="{CB7EB040-7C70-42C5-BA8F-E71DC8F61C3D}" type="presOf" srcId="{07275016-B123-41C4-BB6F-B3F04FE59E55}" destId="{D757A780-050E-4F2E-B406-A5F523354D36}" srcOrd="0" destOrd="2" presId="urn:microsoft.com/office/officeart/2005/8/layout/vList2"/>
    <dgm:cxn modelId="{CAC8D35F-049C-4176-836F-336F848C4AC9}" type="presOf" srcId="{72FEE983-0574-404C-B1C1-714A9AD53E04}" destId="{D757A780-050E-4F2E-B406-A5F523354D36}" srcOrd="0" destOrd="1" presId="urn:microsoft.com/office/officeart/2005/8/layout/vList2"/>
    <dgm:cxn modelId="{4848D844-8712-4A18-A7D4-8CBAC13E6FB3}" type="presOf" srcId="{06B5007E-2CA8-4BAD-AF55-BBF9AD3172A1}" destId="{FB6CD5C3-3637-46F2-9150-15AC96BAC6E5}" srcOrd="0" destOrd="0" presId="urn:microsoft.com/office/officeart/2005/8/layout/vList2"/>
    <dgm:cxn modelId="{E337BA4E-7BC1-4690-9401-621AE78F3C1A}" srcId="{06B5007E-2CA8-4BAD-AF55-BBF9AD3172A1}" destId="{95D56A14-F22C-4730-AB5C-374504C6D22D}" srcOrd="3" destOrd="0" parTransId="{8C008597-93CD-4CD4-B645-0C385E8AFB8B}" sibTransId="{CB6A15CE-25AE-476F-A0C7-10DDE26929C3}"/>
    <dgm:cxn modelId="{8C797F76-D692-4245-B84A-943166266C15}" type="presOf" srcId="{99AFF1DA-2E3D-4DC2-94D3-813B2C45A7FC}" destId="{D757A780-050E-4F2E-B406-A5F523354D36}" srcOrd="0" destOrd="0" presId="urn:microsoft.com/office/officeart/2005/8/layout/vList2"/>
    <dgm:cxn modelId="{B495F399-89F0-42CE-A977-0B52B53BA0A2}" srcId="{06B5007E-2CA8-4BAD-AF55-BBF9AD3172A1}" destId="{99AFF1DA-2E3D-4DC2-94D3-813B2C45A7FC}" srcOrd="0" destOrd="0" parTransId="{B15526C4-E318-46B7-81D3-2834EF4CB58B}" sibTransId="{D43FFAE5-28C0-4DDA-AAD4-132EF60136F1}"/>
    <dgm:cxn modelId="{A920749D-0303-4A33-89E2-C2001CFCBA38}" srcId="{F4F2AE46-02E8-4B0E-AC41-9EFAB29B069F}" destId="{06B5007E-2CA8-4BAD-AF55-BBF9AD3172A1}" srcOrd="0" destOrd="0" parTransId="{FF117956-36D8-4DEA-A321-CF220C26869B}" sibTransId="{A3D238B0-57B9-4252-AB4B-13A2E6D0E025}"/>
    <dgm:cxn modelId="{15426DA2-7435-4C0F-A56C-A084A7048BC2}" type="presOf" srcId="{53090E43-7011-436B-956C-7D8934F49CDE}" destId="{D757A780-050E-4F2E-B406-A5F523354D36}" srcOrd="0" destOrd="4" presId="urn:microsoft.com/office/officeart/2005/8/layout/vList2"/>
    <dgm:cxn modelId="{636C40D2-844E-43CF-BF4A-0C10AA3A3C12}" type="presOf" srcId="{95D56A14-F22C-4730-AB5C-374504C6D22D}" destId="{D757A780-050E-4F2E-B406-A5F523354D36}" srcOrd="0" destOrd="3" presId="urn:microsoft.com/office/officeart/2005/8/layout/vList2"/>
    <dgm:cxn modelId="{B60CCDF6-4DF2-4A10-B38B-B4999358DCFC}" srcId="{06B5007E-2CA8-4BAD-AF55-BBF9AD3172A1}" destId="{07275016-B123-41C4-BB6F-B3F04FE59E55}" srcOrd="2" destOrd="0" parTransId="{94D8A68A-958A-4718-9BD5-50370C35C8FE}" sibTransId="{4B90D570-3061-420D-9DED-19346E0F9A9A}"/>
    <dgm:cxn modelId="{5F4F01FD-F2A2-4621-969A-D1E60B8F48E9}" srcId="{06B5007E-2CA8-4BAD-AF55-BBF9AD3172A1}" destId="{72FEE983-0574-404C-B1C1-714A9AD53E04}" srcOrd="1" destOrd="0" parTransId="{8CB6E5DC-B93B-48BE-A440-64DCBB8EC623}" sibTransId="{2BFA2114-BF66-455F-9BC0-AC6217FA88F2}"/>
    <dgm:cxn modelId="{74337FD6-6410-46E6-9B75-57BD911CC234}" type="presParOf" srcId="{2C83EA3D-8BA6-4CEC-97B9-D77EFECB9A20}" destId="{FB6CD5C3-3637-46F2-9150-15AC96BAC6E5}" srcOrd="0" destOrd="0" presId="urn:microsoft.com/office/officeart/2005/8/layout/vList2"/>
    <dgm:cxn modelId="{411EDAFE-2A5E-4B57-960E-674BDC854E81}" type="presParOf" srcId="{2C83EA3D-8BA6-4CEC-97B9-D77EFECB9A20}" destId="{D757A780-050E-4F2E-B406-A5F523354D3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9AFA3B-C68D-47EE-9C65-01B7C3D43D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509ED2-536B-4DE6-A02E-1237E400B09B}">
      <dgm:prSet/>
      <dgm:spPr/>
      <dgm:t>
        <a:bodyPr/>
        <a:lstStyle/>
        <a:p>
          <a:r>
            <a:rPr lang="en-US"/>
            <a:t>Out Of Scope: </a:t>
          </a:r>
        </a:p>
      </dgm:t>
    </dgm:pt>
    <dgm:pt modelId="{1AD47E83-4175-43CC-BF77-3BE20E3B684C}" type="parTrans" cxnId="{BAB48535-D87A-4E39-97AE-EDFA4C80CA61}">
      <dgm:prSet/>
      <dgm:spPr/>
      <dgm:t>
        <a:bodyPr/>
        <a:lstStyle/>
        <a:p>
          <a:endParaRPr lang="en-US"/>
        </a:p>
      </dgm:t>
    </dgm:pt>
    <dgm:pt modelId="{69189EAD-1E9C-4906-AC9B-C878C1017590}" type="sibTrans" cxnId="{BAB48535-D87A-4E39-97AE-EDFA4C80CA61}">
      <dgm:prSet/>
      <dgm:spPr/>
      <dgm:t>
        <a:bodyPr/>
        <a:lstStyle/>
        <a:p>
          <a:endParaRPr lang="en-US"/>
        </a:p>
      </dgm:t>
    </dgm:pt>
    <dgm:pt modelId="{DDD424D6-E528-4572-97D7-88F2AACD456C}">
      <dgm:prSet/>
      <dgm:spPr/>
      <dgm:t>
        <a:bodyPr/>
        <a:lstStyle/>
        <a:p>
          <a:r>
            <a:rPr lang="en-US"/>
            <a:t>Creating or deploying actual ransomware payloads in the wild (only safe, controlled lab simulations)</a:t>
          </a:r>
        </a:p>
      </dgm:t>
    </dgm:pt>
    <dgm:pt modelId="{77515F39-91FF-44C7-AEF0-564021CB26FB}" type="parTrans" cxnId="{CDA0ED82-2A2F-43BF-99C8-50ECA9503806}">
      <dgm:prSet/>
      <dgm:spPr/>
      <dgm:t>
        <a:bodyPr/>
        <a:lstStyle/>
        <a:p>
          <a:endParaRPr lang="en-US"/>
        </a:p>
      </dgm:t>
    </dgm:pt>
    <dgm:pt modelId="{69AF945D-80BD-477E-9D09-CE36235650A8}" type="sibTrans" cxnId="{CDA0ED82-2A2F-43BF-99C8-50ECA9503806}">
      <dgm:prSet/>
      <dgm:spPr/>
      <dgm:t>
        <a:bodyPr/>
        <a:lstStyle/>
        <a:p>
          <a:endParaRPr lang="en-US"/>
        </a:p>
      </dgm:t>
    </dgm:pt>
    <dgm:pt modelId="{B8E5B712-3C4D-41B4-979B-546DB30FBCB7}">
      <dgm:prSet/>
      <dgm:spPr/>
      <dgm:t>
        <a:bodyPr/>
        <a:lstStyle/>
        <a:p>
          <a:r>
            <a:rPr lang="en-US"/>
            <a:t>Enterprise-scale, real-time SIEM deployments</a:t>
          </a:r>
        </a:p>
      </dgm:t>
    </dgm:pt>
    <dgm:pt modelId="{DF89E532-40BD-4A8F-81DE-2494361F0512}" type="parTrans" cxnId="{2D1215EE-6D01-4CF2-94CD-360FD557A258}">
      <dgm:prSet/>
      <dgm:spPr/>
      <dgm:t>
        <a:bodyPr/>
        <a:lstStyle/>
        <a:p>
          <a:endParaRPr lang="en-US"/>
        </a:p>
      </dgm:t>
    </dgm:pt>
    <dgm:pt modelId="{09373BD9-8312-4134-8312-5DBDADDDBD8A}" type="sibTrans" cxnId="{2D1215EE-6D01-4CF2-94CD-360FD557A258}">
      <dgm:prSet/>
      <dgm:spPr/>
      <dgm:t>
        <a:bodyPr/>
        <a:lstStyle/>
        <a:p>
          <a:endParaRPr lang="en-US"/>
        </a:p>
      </dgm:t>
    </dgm:pt>
    <dgm:pt modelId="{226639A3-1EC9-4B90-A8A3-3811AA5CA6F2}">
      <dgm:prSet/>
      <dgm:spPr/>
      <dgm:t>
        <a:bodyPr/>
        <a:lstStyle/>
        <a:p>
          <a:r>
            <a:rPr lang="en-US"/>
            <a:t>Deep machine-learning malware classification (beyond basic heuristics)</a:t>
          </a:r>
        </a:p>
      </dgm:t>
    </dgm:pt>
    <dgm:pt modelId="{F4A8C682-E591-4C00-AA19-93A5950B8FE2}" type="parTrans" cxnId="{6A08D92C-40E8-4D30-A0B2-C0615F62A8A2}">
      <dgm:prSet/>
      <dgm:spPr/>
      <dgm:t>
        <a:bodyPr/>
        <a:lstStyle/>
        <a:p>
          <a:endParaRPr lang="en-US"/>
        </a:p>
      </dgm:t>
    </dgm:pt>
    <dgm:pt modelId="{5B94E5A0-0408-4BBF-938F-B7262DC1168E}" type="sibTrans" cxnId="{6A08D92C-40E8-4D30-A0B2-C0615F62A8A2}">
      <dgm:prSet/>
      <dgm:spPr/>
      <dgm:t>
        <a:bodyPr/>
        <a:lstStyle/>
        <a:p>
          <a:endParaRPr lang="en-US"/>
        </a:p>
      </dgm:t>
    </dgm:pt>
    <dgm:pt modelId="{94F6E3BA-BE51-4F7C-A389-D1704073141F}" type="pres">
      <dgm:prSet presAssocID="{B29AFA3B-C68D-47EE-9C65-01B7C3D43D6E}" presName="linear" presStyleCnt="0">
        <dgm:presLayoutVars>
          <dgm:animLvl val="lvl"/>
          <dgm:resizeHandles val="exact"/>
        </dgm:presLayoutVars>
      </dgm:prSet>
      <dgm:spPr/>
    </dgm:pt>
    <dgm:pt modelId="{A32A3AFC-C67D-4026-BF94-275072AC0412}" type="pres">
      <dgm:prSet presAssocID="{32509ED2-536B-4DE6-A02E-1237E400B09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A78F460-A452-4B46-AD06-945509AF80D9}" type="pres">
      <dgm:prSet presAssocID="{32509ED2-536B-4DE6-A02E-1237E400B09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A08D92C-40E8-4D30-A0B2-C0615F62A8A2}" srcId="{32509ED2-536B-4DE6-A02E-1237E400B09B}" destId="{226639A3-1EC9-4B90-A8A3-3811AA5CA6F2}" srcOrd="2" destOrd="0" parTransId="{F4A8C682-E591-4C00-AA19-93A5950B8FE2}" sibTransId="{5B94E5A0-0408-4BBF-938F-B7262DC1168E}"/>
    <dgm:cxn modelId="{BAB48535-D87A-4E39-97AE-EDFA4C80CA61}" srcId="{B29AFA3B-C68D-47EE-9C65-01B7C3D43D6E}" destId="{32509ED2-536B-4DE6-A02E-1237E400B09B}" srcOrd="0" destOrd="0" parTransId="{1AD47E83-4175-43CC-BF77-3BE20E3B684C}" sibTransId="{69189EAD-1E9C-4906-AC9B-C878C1017590}"/>
    <dgm:cxn modelId="{AF58476C-FF1E-4BC0-B62B-B6E9A53D319A}" type="presOf" srcId="{32509ED2-536B-4DE6-A02E-1237E400B09B}" destId="{A32A3AFC-C67D-4026-BF94-275072AC0412}" srcOrd="0" destOrd="0" presId="urn:microsoft.com/office/officeart/2005/8/layout/vList2"/>
    <dgm:cxn modelId="{CDA0ED82-2A2F-43BF-99C8-50ECA9503806}" srcId="{32509ED2-536B-4DE6-A02E-1237E400B09B}" destId="{DDD424D6-E528-4572-97D7-88F2AACD456C}" srcOrd="0" destOrd="0" parTransId="{77515F39-91FF-44C7-AEF0-564021CB26FB}" sibTransId="{69AF945D-80BD-477E-9D09-CE36235650A8}"/>
    <dgm:cxn modelId="{2785528D-0A9A-4483-938D-8B412426AE58}" type="presOf" srcId="{226639A3-1EC9-4B90-A8A3-3811AA5CA6F2}" destId="{8A78F460-A452-4B46-AD06-945509AF80D9}" srcOrd="0" destOrd="2" presId="urn:microsoft.com/office/officeart/2005/8/layout/vList2"/>
    <dgm:cxn modelId="{131B2A90-EF6A-4BCF-A1C4-330191A69B2E}" type="presOf" srcId="{B29AFA3B-C68D-47EE-9C65-01B7C3D43D6E}" destId="{94F6E3BA-BE51-4F7C-A389-D1704073141F}" srcOrd="0" destOrd="0" presId="urn:microsoft.com/office/officeart/2005/8/layout/vList2"/>
    <dgm:cxn modelId="{5C8263D8-AED0-4DFA-B6C9-B2CDF6AE7A36}" type="presOf" srcId="{B8E5B712-3C4D-41B4-979B-546DB30FBCB7}" destId="{8A78F460-A452-4B46-AD06-945509AF80D9}" srcOrd="0" destOrd="1" presId="urn:microsoft.com/office/officeart/2005/8/layout/vList2"/>
    <dgm:cxn modelId="{2D1215EE-6D01-4CF2-94CD-360FD557A258}" srcId="{32509ED2-536B-4DE6-A02E-1237E400B09B}" destId="{B8E5B712-3C4D-41B4-979B-546DB30FBCB7}" srcOrd="1" destOrd="0" parTransId="{DF89E532-40BD-4A8F-81DE-2494361F0512}" sibTransId="{09373BD9-8312-4134-8312-5DBDADDDBD8A}"/>
    <dgm:cxn modelId="{C8172DFC-7384-48E3-8BB3-3C4801B79D02}" type="presOf" srcId="{DDD424D6-E528-4572-97D7-88F2AACD456C}" destId="{8A78F460-A452-4B46-AD06-945509AF80D9}" srcOrd="0" destOrd="0" presId="urn:microsoft.com/office/officeart/2005/8/layout/vList2"/>
    <dgm:cxn modelId="{9A6F793C-ABC2-49AD-90CA-CFA5BD58198C}" type="presParOf" srcId="{94F6E3BA-BE51-4F7C-A389-D1704073141F}" destId="{A32A3AFC-C67D-4026-BF94-275072AC0412}" srcOrd="0" destOrd="0" presId="urn:microsoft.com/office/officeart/2005/8/layout/vList2"/>
    <dgm:cxn modelId="{C599F1F9-F701-43B3-9E99-B89CB43A1FA6}" type="presParOf" srcId="{94F6E3BA-BE51-4F7C-A389-D1704073141F}" destId="{8A78F460-A452-4B46-AD06-945509AF80D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6C180D-6D5E-407C-9DD3-930A085E5B8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DD4F82-CCCC-41F3-B9F1-A05AC9FD5B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Inputs: Memory dumps (.raw/.img), filesystem snapshot (hash list + metadata), system and application logs (Windows Event Logs, Sysmon, firewall), cloud metadata (via APIs), optional pcap network captures.</a:t>
          </a:r>
        </a:p>
      </dgm:t>
    </dgm:pt>
    <dgm:pt modelId="{75A65D9C-9635-44CD-8DF3-CA5FAA491AF6}" type="parTrans" cxnId="{D4BB5CCE-B696-4EC4-98C8-51D963A5130F}">
      <dgm:prSet/>
      <dgm:spPr/>
      <dgm:t>
        <a:bodyPr/>
        <a:lstStyle/>
        <a:p>
          <a:endParaRPr lang="en-US"/>
        </a:p>
      </dgm:t>
    </dgm:pt>
    <dgm:pt modelId="{F55FF890-34DE-489C-868E-DF1151997DB2}" type="sibTrans" cxnId="{D4BB5CCE-B696-4EC4-98C8-51D963A513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F7538B-5FC5-4A07-8863-DEC13E7FD5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Preprocessing: Normalize logs (timestamps to UTC, canonical field names), compute file hashes, convert memory dumps into parsed objects via Volatility plugins.</a:t>
          </a:r>
        </a:p>
      </dgm:t>
    </dgm:pt>
    <dgm:pt modelId="{F5AFC8DD-AC2A-4D88-872A-640A452123CD}" type="parTrans" cxnId="{B7A5417F-E21C-4456-BAA2-E5D2410BB69D}">
      <dgm:prSet/>
      <dgm:spPr/>
      <dgm:t>
        <a:bodyPr/>
        <a:lstStyle/>
        <a:p>
          <a:endParaRPr lang="en-US"/>
        </a:p>
      </dgm:t>
    </dgm:pt>
    <dgm:pt modelId="{CE21791F-625B-4C9D-AAE3-48EAC5706AE0}" type="sibTrans" cxnId="{B7A5417F-E21C-4456-BAA2-E5D2410BB6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F151972-E559-405C-A04D-EF45F3AAD9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Analysis Modules: Memory Forensics, Ransomware Detector, Log Parser &amp; Correlator, Cloud Forensic Collector.</a:t>
          </a:r>
        </a:p>
      </dgm:t>
    </dgm:pt>
    <dgm:pt modelId="{6B1A718C-BE67-4C1F-B86B-57C379C0B6DC}" type="parTrans" cxnId="{2C8A0512-BF57-4388-83FF-5EA89280126A}">
      <dgm:prSet/>
      <dgm:spPr/>
      <dgm:t>
        <a:bodyPr/>
        <a:lstStyle/>
        <a:p>
          <a:endParaRPr lang="en-US"/>
        </a:p>
      </dgm:t>
    </dgm:pt>
    <dgm:pt modelId="{2E112B18-35D4-4622-B799-3A126295C922}" type="sibTrans" cxnId="{2C8A0512-BF57-4388-83FF-5EA8928012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0F3607-BD87-451D-AD6F-16A55D51C3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Correlation Engine: Merge artifacts by timestamp, process ID, file hash, and network indicators to create a unified timeline.</a:t>
          </a:r>
        </a:p>
      </dgm:t>
    </dgm:pt>
    <dgm:pt modelId="{7EAC8D14-68DE-4F23-B305-B606E771DA81}" type="parTrans" cxnId="{1D6DC1BB-548A-40DA-995F-58028A7A8ECD}">
      <dgm:prSet/>
      <dgm:spPr/>
      <dgm:t>
        <a:bodyPr/>
        <a:lstStyle/>
        <a:p>
          <a:endParaRPr lang="en-US"/>
        </a:p>
      </dgm:t>
    </dgm:pt>
    <dgm:pt modelId="{8513F0AB-A7A1-4F9B-B47E-2ECFDC97701D}" type="sibTrans" cxnId="{1D6DC1BB-548A-40DA-995F-58028A7A8E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4ED0B5-EBA2-4D41-BDCA-15D6E309D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Output: Interactive dashboard (timeline view, IOC list) + PDF/HTML forensic report.</a:t>
          </a:r>
        </a:p>
      </dgm:t>
    </dgm:pt>
    <dgm:pt modelId="{DEB7841F-AD8D-49EA-B9EC-678950EE8F1E}" type="parTrans" cxnId="{AA35AB7F-EB95-4206-AB5F-2758534803D9}">
      <dgm:prSet/>
      <dgm:spPr/>
      <dgm:t>
        <a:bodyPr/>
        <a:lstStyle/>
        <a:p>
          <a:endParaRPr lang="en-US"/>
        </a:p>
      </dgm:t>
    </dgm:pt>
    <dgm:pt modelId="{7675BB3B-BE0B-4A4C-8CAD-647095F55640}" type="sibTrans" cxnId="{AA35AB7F-EB95-4206-AB5F-2758534803D9}">
      <dgm:prSet/>
      <dgm:spPr/>
      <dgm:t>
        <a:bodyPr/>
        <a:lstStyle/>
        <a:p>
          <a:endParaRPr lang="en-US"/>
        </a:p>
      </dgm:t>
    </dgm:pt>
    <dgm:pt modelId="{F46D67B0-D460-46DA-AA4A-777933041EFE}" type="pres">
      <dgm:prSet presAssocID="{DC6C180D-6D5E-407C-9DD3-930A085E5B8B}" presName="root" presStyleCnt="0">
        <dgm:presLayoutVars>
          <dgm:dir/>
          <dgm:resizeHandles val="exact"/>
        </dgm:presLayoutVars>
      </dgm:prSet>
      <dgm:spPr/>
    </dgm:pt>
    <dgm:pt modelId="{90999E00-AC2D-42A0-8DB5-A1CE03DEB442}" type="pres">
      <dgm:prSet presAssocID="{DC6C180D-6D5E-407C-9DD3-930A085E5B8B}" presName="container" presStyleCnt="0">
        <dgm:presLayoutVars>
          <dgm:dir/>
          <dgm:resizeHandles val="exact"/>
        </dgm:presLayoutVars>
      </dgm:prSet>
      <dgm:spPr/>
    </dgm:pt>
    <dgm:pt modelId="{3F99804E-A8EC-4B8D-B614-4C607D69CA13}" type="pres">
      <dgm:prSet presAssocID="{7DDD4F82-CCCC-41F3-B9F1-A05AC9FD5B75}" presName="compNode" presStyleCnt="0"/>
      <dgm:spPr/>
    </dgm:pt>
    <dgm:pt modelId="{61207C84-64F2-4EBB-9710-EFC768A2C88F}" type="pres">
      <dgm:prSet presAssocID="{7DDD4F82-CCCC-41F3-B9F1-A05AC9FD5B75}" presName="iconBgRect" presStyleLbl="bgShp" presStyleIdx="0" presStyleCnt="5"/>
      <dgm:spPr/>
    </dgm:pt>
    <dgm:pt modelId="{5962FA4C-C2E9-4989-9A3B-937A7F255735}" type="pres">
      <dgm:prSet presAssocID="{7DDD4F82-CCCC-41F3-B9F1-A05AC9FD5B7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1B7943A-B2F7-4FAD-AD80-1F7E02807F30}" type="pres">
      <dgm:prSet presAssocID="{7DDD4F82-CCCC-41F3-B9F1-A05AC9FD5B75}" presName="spaceRect" presStyleCnt="0"/>
      <dgm:spPr/>
    </dgm:pt>
    <dgm:pt modelId="{C87E788A-EDC0-4252-9A25-9BF04B856DDB}" type="pres">
      <dgm:prSet presAssocID="{7DDD4F82-CCCC-41F3-B9F1-A05AC9FD5B75}" presName="textRect" presStyleLbl="revTx" presStyleIdx="0" presStyleCnt="5">
        <dgm:presLayoutVars>
          <dgm:chMax val="1"/>
          <dgm:chPref val="1"/>
        </dgm:presLayoutVars>
      </dgm:prSet>
      <dgm:spPr/>
    </dgm:pt>
    <dgm:pt modelId="{D90B0C7F-89F1-4F3C-BA66-8C460A35257E}" type="pres">
      <dgm:prSet presAssocID="{F55FF890-34DE-489C-868E-DF1151997DB2}" presName="sibTrans" presStyleLbl="sibTrans2D1" presStyleIdx="0" presStyleCnt="0"/>
      <dgm:spPr/>
    </dgm:pt>
    <dgm:pt modelId="{3320A4D2-8412-4B5C-AC91-D46C69BB5011}" type="pres">
      <dgm:prSet presAssocID="{72F7538B-5FC5-4A07-8863-DEC13E7FD592}" presName="compNode" presStyleCnt="0"/>
      <dgm:spPr/>
    </dgm:pt>
    <dgm:pt modelId="{2D616884-82B8-4D2B-A2E1-83488C99769F}" type="pres">
      <dgm:prSet presAssocID="{72F7538B-5FC5-4A07-8863-DEC13E7FD592}" presName="iconBgRect" presStyleLbl="bgShp" presStyleIdx="1" presStyleCnt="5"/>
      <dgm:spPr/>
    </dgm:pt>
    <dgm:pt modelId="{39AFB429-7663-4E25-8DE2-FE21BFEF46AC}" type="pres">
      <dgm:prSet presAssocID="{72F7538B-5FC5-4A07-8863-DEC13E7FD59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D5A0F55B-735A-4CB8-888F-5801909BB2B6}" type="pres">
      <dgm:prSet presAssocID="{72F7538B-5FC5-4A07-8863-DEC13E7FD592}" presName="spaceRect" presStyleCnt="0"/>
      <dgm:spPr/>
    </dgm:pt>
    <dgm:pt modelId="{65BA50ED-48E4-47FB-ABAB-F5A128756B65}" type="pres">
      <dgm:prSet presAssocID="{72F7538B-5FC5-4A07-8863-DEC13E7FD592}" presName="textRect" presStyleLbl="revTx" presStyleIdx="1" presStyleCnt="5">
        <dgm:presLayoutVars>
          <dgm:chMax val="1"/>
          <dgm:chPref val="1"/>
        </dgm:presLayoutVars>
      </dgm:prSet>
      <dgm:spPr/>
    </dgm:pt>
    <dgm:pt modelId="{FD8D026E-8291-458B-A7BE-3009D640A1C2}" type="pres">
      <dgm:prSet presAssocID="{CE21791F-625B-4C9D-AAE3-48EAC5706AE0}" presName="sibTrans" presStyleLbl="sibTrans2D1" presStyleIdx="0" presStyleCnt="0"/>
      <dgm:spPr/>
    </dgm:pt>
    <dgm:pt modelId="{4A6FC69E-BCCC-44D4-A48F-002C255BBC67}" type="pres">
      <dgm:prSet presAssocID="{BF151972-E559-405C-A04D-EF45F3AAD909}" presName="compNode" presStyleCnt="0"/>
      <dgm:spPr/>
    </dgm:pt>
    <dgm:pt modelId="{AEACDB86-4CCB-4C82-8DCC-4B809C8DD55B}" type="pres">
      <dgm:prSet presAssocID="{BF151972-E559-405C-A04D-EF45F3AAD909}" presName="iconBgRect" presStyleLbl="bgShp" presStyleIdx="2" presStyleCnt="5"/>
      <dgm:spPr/>
    </dgm:pt>
    <dgm:pt modelId="{E8E464C4-639D-4086-B18D-2A9AF25EF035}" type="pres">
      <dgm:prSet presAssocID="{BF151972-E559-405C-A04D-EF45F3AAD90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114DD330-19EA-4DAA-8A40-F04BAFAF9F7A}" type="pres">
      <dgm:prSet presAssocID="{BF151972-E559-405C-A04D-EF45F3AAD909}" presName="spaceRect" presStyleCnt="0"/>
      <dgm:spPr/>
    </dgm:pt>
    <dgm:pt modelId="{EB550DE1-3C29-488B-B8D2-6CF618C64C47}" type="pres">
      <dgm:prSet presAssocID="{BF151972-E559-405C-A04D-EF45F3AAD909}" presName="textRect" presStyleLbl="revTx" presStyleIdx="2" presStyleCnt="5">
        <dgm:presLayoutVars>
          <dgm:chMax val="1"/>
          <dgm:chPref val="1"/>
        </dgm:presLayoutVars>
      </dgm:prSet>
      <dgm:spPr/>
    </dgm:pt>
    <dgm:pt modelId="{D862E654-E1EA-4078-8BC8-5C0F93C1A623}" type="pres">
      <dgm:prSet presAssocID="{2E112B18-35D4-4622-B799-3A126295C922}" presName="sibTrans" presStyleLbl="sibTrans2D1" presStyleIdx="0" presStyleCnt="0"/>
      <dgm:spPr/>
    </dgm:pt>
    <dgm:pt modelId="{614CDEFF-27AB-4BA3-8746-7B67D69C2D55}" type="pres">
      <dgm:prSet presAssocID="{BC0F3607-BD87-451D-AD6F-16A55D51C31C}" presName="compNode" presStyleCnt="0"/>
      <dgm:spPr/>
    </dgm:pt>
    <dgm:pt modelId="{CBF8F2BC-D3DB-4FBD-8846-923180FA4E6A}" type="pres">
      <dgm:prSet presAssocID="{BC0F3607-BD87-451D-AD6F-16A55D51C31C}" presName="iconBgRect" presStyleLbl="bgShp" presStyleIdx="3" presStyleCnt="5"/>
      <dgm:spPr/>
    </dgm:pt>
    <dgm:pt modelId="{E90CB8F5-88F6-4CD5-BCD8-EEB38DBCBD9F}" type="pres">
      <dgm:prSet presAssocID="{BC0F3607-BD87-451D-AD6F-16A55D51C31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AF71C65-A0EB-4C61-9DC3-E0D5E90D2578}" type="pres">
      <dgm:prSet presAssocID="{BC0F3607-BD87-451D-AD6F-16A55D51C31C}" presName="spaceRect" presStyleCnt="0"/>
      <dgm:spPr/>
    </dgm:pt>
    <dgm:pt modelId="{374C8ADF-ED89-4BF2-9E61-8212E8314509}" type="pres">
      <dgm:prSet presAssocID="{BC0F3607-BD87-451D-AD6F-16A55D51C31C}" presName="textRect" presStyleLbl="revTx" presStyleIdx="3" presStyleCnt="5">
        <dgm:presLayoutVars>
          <dgm:chMax val="1"/>
          <dgm:chPref val="1"/>
        </dgm:presLayoutVars>
      </dgm:prSet>
      <dgm:spPr/>
    </dgm:pt>
    <dgm:pt modelId="{3557E533-15C2-4700-A5EB-FF83E4DE008D}" type="pres">
      <dgm:prSet presAssocID="{8513F0AB-A7A1-4F9B-B47E-2ECFDC97701D}" presName="sibTrans" presStyleLbl="sibTrans2D1" presStyleIdx="0" presStyleCnt="0"/>
      <dgm:spPr/>
    </dgm:pt>
    <dgm:pt modelId="{823D2919-1207-4C6A-9F41-853FBCA0677F}" type="pres">
      <dgm:prSet presAssocID="{D34ED0B5-EBA2-4D41-BDCA-15D6E309DB31}" presName="compNode" presStyleCnt="0"/>
      <dgm:spPr/>
    </dgm:pt>
    <dgm:pt modelId="{86645A37-2CB4-4025-97A4-8451F7A69CA9}" type="pres">
      <dgm:prSet presAssocID="{D34ED0B5-EBA2-4D41-BDCA-15D6E309DB31}" presName="iconBgRect" presStyleLbl="bgShp" presStyleIdx="4" presStyleCnt="5"/>
      <dgm:spPr/>
    </dgm:pt>
    <dgm:pt modelId="{3A10D6C4-D927-4AE4-A6D0-35DFF30971B2}" type="pres">
      <dgm:prSet presAssocID="{D34ED0B5-EBA2-4D41-BDCA-15D6E309DB3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51F692D-334F-406F-9FA4-08B5BB3AA62B}" type="pres">
      <dgm:prSet presAssocID="{D34ED0B5-EBA2-4D41-BDCA-15D6E309DB31}" presName="spaceRect" presStyleCnt="0"/>
      <dgm:spPr/>
    </dgm:pt>
    <dgm:pt modelId="{22B6CB00-E2A5-481F-9516-B27048E39425}" type="pres">
      <dgm:prSet presAssocID="{D34ED0B5-EBA2-4D41-BDCA-15D6E309DB3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3FE4801-C70B-4282-B81E-3FB3B1FEBFF1}" type="presOf" srcId="{72F7538B-5FC5-4A07-8863-DEC13E7FD592}" destId="{65BA50ED-48E4-47FB-ABAB-F5A128756B65}" srcOrd="0" destOrd="0" presId="urn:microsoft.com/office/officeart/2018/2/layout/IconCircleList"/>
    <dgm:cxn modelId="{2C8A0512-BF57-4388-83FF-5EA89280126A}" srcId="{DC6C180D-6D5E-407C-9DD3-930A085E5B8B}" destId="{BF151972-E559-405C-A04D-EF45F3AAD909}" srcOrd="2" destOrd="0" parTransId="{6B1A718C-BE67-4C1F-B86B-57C379C0B6DC}" sibTransId="{2E112B18-35D4-4622-B799-3A126295C922}"/>
    <dgm:cxn modelId="{F6331120-6A6F-444F-BBD7-A44009C48753}" type="presOf" srcId="{CE21791F-625B-4C9D-AAE3-48EAC5706AE0}" destId="{FD8D026E-8291-458B-A7BE-3009D640A1C2}" srcOrd="0" destOrd="0" presId="urn:microsoft.com/office/officeart/2018/2/layout/IconCircleList"/>
    <dgm:cxn modelId="{6DDC6C2C-53A0-4CE6-A4AD-5FB6C67422C0}" type="presOf" srcId="{F55FF890-34DE-489C-868E-DF1151997DB2}" destId="{D90B0C7F-89F1-4F3C-BA66-8C460A35257E}" srcOrd="0" destOrd="0" presId="urn:microsoft.com/office/officeart/2018/2/layout/IconCircleList"/>
    <dgm:cxn modelId="{ACCB485D-58FF-48CF-AC2E-53100B113E44}" type="presOf" srcId="{BF151972-E559-405C-A04D-EF45F3AAD909}" destId="{EB550DE1-3C29-488B-B8D2-6CF618C64C47}" srcOrd="0" destOrd="0" presId="urn:microsoft.com/office/officeart/2018/2/layout/IconCircleList"/>
    <dgm:cxn modelId="{0966B742-C1E1-4258-BD2B-82593CC3CE53}" type="presOf" srcId="{D34ED0B5-EBA2-4D41-BDCA-15D6E309DB31}" destId="{22B6CB00-E2A5-481F-9516-B27048E39425}" srcOrd="0" destOrd="0" presId="urn:microsoft.com/office/officeart/2018/2/layout/IconCircleList"/>
    <dgm:cxn modelId="{B84AC56B-B4E5-49FB-90AE-F5CFC2DC2BC5}" type="presOf" srcId="{2E112B18-35D4-4622-B799-3A126295C922}" destId="{D862E654-E1EA-4078-8BC8-5C0F93C1A623}" srcOrd="0" destOrd="0" presId="urn:microsoft.com/office/officeart/2018/2/layout/IconCircleList"/>
    <dgm:cxn modelId="{5AAE2775-58E2-4285-9085-3254C1C2A990}" type="presOf" srcId="{DC6C180D-6D5E-407C-9DD3-930A085E5B8B}" destId="{F46D67B0-D460-46DA-AA4A-777933041EFE}" srcOrd="0" destOrd="0" presId="urn:microsoft.com/office/officeart/2018/2/layout/IconCircleList"/>
    <dgm:cxn modelId="{B7A5417F-E21C-4456-BAA2-E5D2410BB69D}" srcId="{DC6C180D-6D5E-407C-9DD3-930A085E5B8B}" destId="{72F7538B-5FC5-4A07-8863-DEC13E7FD592}" srcOrd="1" destOrd="0" parTransId="{F5AFC8DD-AC2A-4D88-872A-640A452123CD}" sibTransId="{CE21791F-625B-4C9D-AAE3-48EAC5706AE0}"/>
    <dgm:cxn modelId="{AA35AB7F-EB95-4206-AB5F-2758534803D9}" srcId="{DC6C180D-6D5E-407C-9DD3-930A085E5B8B}" destId="{D34ED0B5-EBA2-4D41-BDCA-15D6E309DB31}" srcOrd="4" destOrd="0" parTransId="{DEB7841F-AD8D-49EA-B9EC-678950EE8F1E}" sibTransId="{7675BB3B-BE0B-4A4C-8CAD-647095F55640}"/>
    <dgm:cxn modelId="{24E56480-7B1A-4376-B5C9-91BE9D0EA68F}" type="presOf" srcId="{BC0F3607-BD87-451D-AD6F-16A55D51C31C}" destId="{374C8ADF-ED89-4BF2-9E61-8212E8314509}" srcOrd="0" destOrd="0" presId="urn:microsoft.com/office/officeart/2018/2/layout/IconCircleList"/>
    <dgm:cxn modelId="{86B7F085-48C9-4E61-9EF4-DAA767E72F75}" type="presOf" srcId="{7DDD4F82-CCCC-41F3-B9F1-A05AC9FD5B75}" destId="{C87E788A-EDC0-4252-9A25-9BF04B856DDB}" srcOrd="0" destOrd="0" presId="urn:microsoft.com/office/officeart/2018/2/layout/IconCircleList"/>
    <dgm:cxn modelId="{1D6DC1BB-548A-40DA-995F-58028A7A8ECD}" srcId="{DC6C180D-6D5E-407C-9DD3-930A085E5B8B}" destId="{BC0F3607-BD87-451D-AD6F-16A55D51C31C}" srcOrd="3" destOrd="0" parTransId="{7EAC8D14-68DE-4F23-B305-B606E771DA81}" sibTransId="{8513F0AB-A7A1-4F9B-B47E-2ECFDC97701D}"/>
    <dgm:cxn modelId="{D4BB5CCE-B696-4EC4-98C8-51D963A5130F}" srcId="{DC6C180D-6D5E-407C-9DD3-930A085E5B8B}" destId="{7DDD4F82-CCCC-41F3-B9F1-A05AC9FD5B75}" srcOrd="0" destOrd="0" parTransId="{75A65D9C-9635-44CD-8DF3-CA5FAA491AF6}" sibTransId="{F55FF890-34DE-489C-868E-DF1151997DB2}"/>
    <dgm:cxn modelId="{433003F2-C5F2-41D8-A1F1-669311BCB48C}" type="presOf" srcId="{8513F0AB-A7A1-4F9B-B47E-2ECFDC97701D}" destId="{3557E533-15C2-4700-A5EB-FF83E4DE008D}" srcOrd="0" destOrd="0" presId="urn:microsoft.com/office/officeart/2018/2/layout/IconCircleList"/>
    <dgm:cxn modelId="{3BDE3966-D7CE-408B-B988-9BA8483ED4FB}" type="presParOf" srcId="{F46D67B0-D460-46DA-AA4A-777933041EFE}" destId="{90999E00-AC2D-42A0-8DB5-A1CE03DEB442}" srcOrd="0" destOrd="0" presId="urn:microsoft.com/office/officeart/2018/2/layout/IconCircleList"/>
    <dgm:cxn modelId="{C12013E6-287C-49AA-B281-0DB50230AC28}" type="presParOf" srcId="{90999E00-AC2D-42A0-8DB5-A1CE03DEB442}" destId="{3F99804E-A8EC-4B8D-B614-4C607D69CA13}" srcOrd="0" destOrd="0" presId="urn:microsoft.com/office/officeart/2018/2/layout/IconCircleList"/>
    <dgm:cxn modelId="{F138F801-1C21-4212-A8C1-2FF59280E72B}" type="presParOf" srcId="{3F99804E-A8EC-4B8D-B614-4C607D69CA13}" destId="{61207C84-64F2-4EBB-9710-EFC768A2C88F}" srcOrd="0" destOrd="0" presId="urn:microsoft.com/office/officeart/2018/2/layout/IconCircleList"/>
    <dgm:cxn modelId="{3E0D53BF-E6C4-465F-B5C7-032662B70859}" type="presParOf" srcId="{3F99804E-A8EC-4B8D-B614-4C607D69CA13}" destId="{5962FA4C-C2E9-4989-9A3B-937A7F255735}" srcOrd="1" destOrd="0" presId="urn:microsoft.com/office/officeart/2018/2/layout/IconCircleList"/>
    <dgm:cxn modelId="{8B2C8088-2D16-4911-B222-BCA705784E46}" type="presParOf" srcId="{3F99804E-A8EC-4B8D-B614-4C607D69CA13}" destId="{91B7943A-B2F7-4FAD-AD80-1F7E02807F30}" srcOrd="2" destOrd="0" presId="urn:microsoft.com/office/officeart/2018/2/layout/IconCircleList"/>
    <dgm:cxn modelId="{0EC5F820-A0E2-4A3B-A342-FEFD5501194A}" type="presParOf" srcId="{3F99804E-A8EC-4B8D-B614-4C607D69CA13}" destId="{C87E788A-EDC0-4252-9A25-9BF04B856DDB}" srcOrd="3" destOrd="0" presId="urn:microsoft.com/office/officeart/2018/2/layout/IconCircleList"/>
    <dgm:cxn modelId="{FAE0E5B5-CE6F-4C35-9C2A-F102F63AA713}" type="presParOf" srcId="{90999E00-AC2D-42A0-8DB5-A1CE03DEB442}" destId="{D90B0C7F-89F1-4F3C-BA66-8C460A35257E}" srcOrd="1" destOrd="0" presId="urn:microsoft.com/office/officeart/2018/2/layout/IconCircleList"/>
    <dgm:cxn modelId="{423487C2-889F-4FB6-A213-C5056D5B5E90}" type="presParOf" srcId="{90999E00-AC2D-42A0-8DB5-A1CE03DEB442}" destId="{3320A4D2-8412-4B5C-AC91-D46C69BB5011}" srcOrd="2" destOrd="0" presId="urn:microsoft.com/office/officeart/2018/2/layout/IconCircleList"/>
    <dgm:cxn modelId="{52812EA8-1591-4153-8470-9A0ADC92E9E2}" type="presParOf" srcId="{3320A4D2-8412-4B5C-AC91-D46C69BB5011}" destId="{2D616884-82B8-4D2B-A2E1-83488C99769F}" srcOrd="0" destOrd="0" presId="urn:microsoft.com/office/officeart/2018/2/layout/IconCircleList"/>
    <dgm:cxn modelId="{6FEB9BD9-4A4E-4F06-A46F-ED64C4D7D643}" type="presParOf" srcId="{3320A4D2-8412-4B5C-AC91-D46C69BB5011}" destId="{39AFB429-7663-4E25-8DE2-FE21BFEF46AC}" srcOrd="1" destOrd="0" presId="urn:microsoft.com/office/officeart/2018/2/layout/IconCircleList"/>
    <dgm:cxn modelId="{D89BA77F-2ACF-45C0-A06B-459C18004EBB}" type="presParOf" srcId="{3320A4D2-8412-4B5C-AC91-D46C69BB5011}" destId="{D5A0F55B-735A-4CB8-888F-5801909BB2B6}" srcOrd="2" destOrd="0" presId="urn:microsoft.com/office/officeart/2018/2/layout/IconCircleList"/>
    <dgm:cxn modelId="{93EC7106-7034-461B-A1FC-86B7B9E068CC}" type="presParOf" srcId="{3320A4D2-8412-4B5C-AC91-D46C69BB5011}" destId="{65BA50ED-48E4-47FB-ABAB-F5A128756B65}" srcOrd="3" destOrd="0" presId="urn:microsoft.com/office/officeart/2018/2/layout/IconCircleList"/>
    <dgm:cxn modelId="{5D4F4EE7-57CC-4050-A001-FD6738351139}" type="presParOf" srcId="{90999E00-AC2D-42A0-8DB5-A1CE03DEB442}" destId="{FD8D026E-8291-458B-A7BE-3009D640A1C2}" srcOrd="3" destOrd="0" presId="urn:microsoft.com/office/officeart/2018/2/layout/IconCircleList"/>
    <dgm:cxn modelId="{8CBE1EA0-D779-4C3B-A06F-9C2560A95997}" type="presParOf" srcId="{90999E00-AC2D-42A0-8DB5-A1CE03DEB442}" destId="{4A6FC69E-BCCC-44D4-A48F-002C255BBC67}" srcOrd="4" destOrd="0" presId="urn:microsoft.com/office/officeart/2018/2/layout/IconCircleList"/>
    <dgm:cxn modelId="{209E293F-FFC4-4B4A-B2C2-D58D704B483C}" type="presParOf" srcId="{4A6FC69E-BCCC-44D4-A48F-002C255BBC67}" destId="{AEACDB86-4CCB-4C82-8DCC-4B809C8DD55B}" srcOrd="0" destOrd="0" presId="urn:microsoft.com/office/officeart/2018/2/layout/IconCircleList"/>
    <dgm:cxn modelId="{2D3D5FA1-92E8-4059-8522-4761E3E7C6F1}" type="presParOf" srcId="{4A6FC69E-BCCC-44D4-A48F-002C255BBC67}" destId="{E8E464C4-639D-4086-B18D-2A9AF25EF035}" srcOrd="1" destOrd="0" presId="urn:microsoft.com/office/officeart/2018/2/layout/IconCircleList"/>
    <dgm:cxn modelId="{E6A5934E-60BA-44BA-98C3-7BE0BD96CD9E}" type="presParOf" srcId="{4A6FC69E-BCCC-44D4-A48F-002C255BBC67}" destId="{114DD330-19EA-4DAA-8A40-F04BAFAF9F7A}" srcOrd="2" destOrd="0" presId="urn:microsoft.com/office/officeart/2018/2/layout/IconCircleList"/>
    <dgm:cxn modelId="{5CD92F1A-AA3A-4E7D-B945-0CAACD930CB1}" type="presParOf" srcId="{4A6FC69E-BCCC-44D4-A48F-002C255BBC67}" destId="{EB550DE1-3C29-488B-B8D2-6CF618C64C47}" srcOrd="3" destOrd="0" presId="urn:microsoft.com/office/officeart/2018/2/layout/IconCircleList"/>
    <dgm:cxn modelId="{84418E95-67CC-42D2-B14C-952372DC7962}" type="presParOf" srcId="{90999E00-AC2D-42A0-8DB5-A1CE03DEB442}" destId="{D862E654-E1EA-4078-8BC8-5C0F93C1A623}" srcOrd="5" destOrd="0" presId="urn:microsoft.com/office/officeart/2018/2/layout/IconCircleList"/>
    <dgm:cxn modelId="{83A60F17-8FEB-482A-ADB0-65351EBE2FE1}" type="presParOf" srcId="{90999E00-AC2D-42A0-8DB5-A1CE03DEB442}" destId="{614CDEFF-27AB-4BA3-8746-7B67D69C2D55}" srcOrd="6" destOrd="0" presId="urn:microsoft.com/office/officeart/2018/2/layout/IconCircleList"/>
    <dgm:cxn modelId="{B006D178-5256-452C-9F59-7C35FA5EE3FE}" type="presParOf" srcId="{614CDEFF-27AB-4BA3-8746-7B67D69C2D55}" destId="{CBF8F2BC-D3DB-4FBD-8846-923180FA4E6A}" srcOrd="0" destOrd="0" presId="urn:microsoft.com/office/officeart/2018/2/layout/IconCircleList"/>
    <dgm:cxn modelId="{65E79AF5-9BEE-438B-9141-E249D889ADBF}" type="presParOf" srcId="{614CDEFF-27AB-4BA3-8746-7B67D69C2D55}" destId="{E90CB8F5-88F6-4CD5-BCD8-EEB38DBCBD9F}" srcOrd="1" destOrd="0" presId="urn:microsoft.com/office/officeart/2018/2/layout/IconCircleList"/>
    <dgm:cxn modelId="{C16FE4B4-C3DC-479D-B556-564E6BA2E88C}" type="presParOf" srcId="{614CDEFF-27AB-4BA3-8746-7B67D69C2D55}" destId="{1AF71C65-A0EB-4C61-9DC3-E0D5E90D2578}" srcOrd="2" destOrd="0" presId="urn:microsoft.com/office/officeart/2018/2/layout/IconCircleList"/>
    <dgm:cxn modelId="{50A7BD3D-1670-4BB5-B925-F830A49BDA1C}" type="presParOf" srcId="{614CDEFF-27AB-4BA3-8746-7B67D69C2D55}" destId="{374C8ADF-ED89-4BF2-9E61-8212E8314509}" srcOrd="3" destOrd="0" presId="urn:microsoft.com/office/officeart/2018/2/layout/IconCircleList"/>
    <dgm:cxn modelId="{6C57FA28-0725-46EF-A916-D211C778FFFB}" type="presParOf" srcId="{90999E00-AC2D-42A0-8DB5-A1CE03DEB442}" destId="{3557E533-15C2-4700-A5EB-FF83E4DE008D}" srcOrd="7" destOrd="0" presId="urn:microsoft.com/office/officeart/2018/2/layout/IconCircleList"/>
    <dgm:cxn modelId="{A0F19094-E582-4359-BBA9-2131023089F5}" type="presParOf" srcId="{90999E00-AC2D-42A0-8DB5-A1CE03DEB442}" destId="{823D2919-1207-4C6A-9F41-853FBCA0677F}" srcOrd="8" destOrd="0" presId="urn:microsoft.com/office/officeart/2018/2/layout/IconCircleList"/>
    <dgm:cxn modelId="{A2113E40-E9DC-425F-8625-934CBF71F739}" type="presParOf" srcId="{823D2919-1207-4C6A-9F41-853FBCA0677F}" destId="{86645A37-2CB4-4025-97A4-8451F7A69CA9}" srcOrd="0" destOrd="0" presId="urn:microsoft.com/office/officeart/2018/2/layout/IconCircleList"/>
    <dgm:cxn modelId="{781FDB91-2822-4F72-B06A-C7B2AA2973F0}" type="presParOf" srcId="{823D2919-1207-4C6A-9F41-853FBCA0677F}" destId="{3A10D6C4-D927-4AE4-A6D0-35DFF30971B2}" srcOrd="1" destOrd="0" presId="urn:microsoft.com/office/officeart/2018/2/layout/IconCircleList"/>
    <dgm:cxn modelId="{928FCC97-9559-4368-834E-965D8AB41736}" type="presParOf" srcId="{823D2919-1207-4C6A-9F41-853FBCA0677F}" destId="{451F692D-334F-406F-9FA4-08B5BB3AA62B}" srcOrd="2" destOrd="0" presId="urn:microsoft.com/office/officeart/2018/2/layout/IconCircleList"/>
    <dgm:cxn modelId="{EE35B530-DE13-4FE0-90CD-20B9B460D965}" type="presParOf" srcId="{823D2919-1207-4C6A-9F41-853FBCA0677F}" destId="{22B6CB00-E2A5-481F-9516-B27048E3942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44A291-8798-4221-AC1B-2828C9F287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DEB210-5791-47DB-89F9-D250860C61EC}">
      <dgm:prSet/>
      <dgm:spPr/>
      <dgm:t>
        <a:bodyPr/>
        <a:lstStyle/>
        <a:p>
          <a:r>
            <a:rPr lang="en-US" b="0" i="0" baseline="0" dirty="0"/>
            <a:t>Use Volatility (or Recall) to extract running processes, loaded modules, network sockets, open file handles, and potential resident ransomware artifacts.</a:t>
          </a:r>
          <a:endParaRPr lang="en-US" dirty="0"/>
        </a:p>
      </dgm:t>
    </dgm:pt>
    <dgm:pt modelId="{044AEACF-EA1A-411A-80B5-CCDC3BE00642}" type="parTrans" cxnId="{0B717C64-A94B-4E15-BA86-448E54BFC158}">
      <dgm:prSet/>
      <dgm:spPr/>
      <dgm:t>
        <a:bodyPr/>
        <a:lstStyle/>
        <a:p>
          <a:endParaRPr lang="en-US"/>
        </a:p>
      </dgm:t>
    </dgm:pt>
    <dgm:pt modelId="{E4929CA6-509D-4F7F-922C-598C05F007A4}" type="sibTrans" cxnId="{0B717C64-A94B-4E15-BA86-448E54BFC158}">
      <dgm:prSet/>
      <dgm:spPr/>
      <dgm:t>
        <a:bodyPr/>
        <a:lstStyle/>
        <a:p>
          <a:endParaRPr lang="en-US"/>
        </a:p>
      </dgm:t>
    </dgm:pt>
    <dgm:pt modelId="{4F9C373A-FB51-479C-A9D8-A5A94FF5E1F8}">
      <dgm:prSet/>
      <dgm:spPr/>
      <dgm:t>
        <a:bodyPr/>
        <a:lstStyle/>
        <a:p>
          <a:r>
            <a:rPr lang="en-US" b="0" i="0" baseline="0"/>
            <a:t>Implement YARA rules for known ransomware patterns and strings.</a:t>
          </a:r>
          <a:endParaRPr lang="en-US"/>
        </a:p>
      </dgm:t>
    </dgm:pt>
    <dgm:pt modelId="{D1123B99-9BB3-4325-95F1-4C37E213CB14}" type="parTrans" cxnId="{782E5C0E-E158-4151-A30E-39312F5D2917}">
      <dgm:prSet/>
      <dgm:spPr/>
      <dgm:t>
        <a:bodyPr/>
        <a:lstStyle/>
        <a:p>
          <a:endParaRPr lang="en-US"/>
        </a:p>
      </dgm:t>
    </dgm:pt>
    <dgm:pt modelId="{DA9D4C26-5EAD-482A-8991-81EE90F701A4}" type="sibTrans" cxnId="{782E5C0E-E158-4151-A30E-39312F5D2917}">
      <dgm:prSet/>
      <dgm:spPr/>
      <dgm:t>
        <a:bodyPr/>
        <a:lstStyle/>
        <a:p>
          <a:endParaRPr lang="en-US"/>
        </a:p>
      </dgm:t>
    </dgm:pt>
    <dgm:pt modelId="{0B3D6A17-49F8-4780-8C05-F29AD6762818}">
      <dgm:prSet/>
      <dgm:spPr/>
      <dgm:t>
        <a:bodyPr/>
        <a:lstStyle/>
        <a:p>
          <a:r>
            <a:rPr lang="en-US" b="0" i="0" baseline="0"/>
            <a:t>Output: JSON artifact file with extracted processes, suspicious handles, potential keys/string matches.</a:t>
          </a:r>
          <a:endParaRPr lang="en-US"/>
        </a:p>
      </dgm:t>
    </dgm:pt>
    <dgm:pt modelId="{96F76053-1FFC-4C68-B1A3-B13EBDA51BA6}" type="parTrans" cxnId="{66DCB2E4-5F59-4B25-842E-6F56AE124C2C}">
      <dgm:prSet/>
      <dgm:spPr/>
      <dgm:t>
        <a:bodyPr/>
        <a:lstStyle/>
        <a:p>
          <a:endParaRPr lang="en-US"/>
        </a:p>
      </dgm:t>
    </dgm:pt>
    <dgm:pt modelId="{60823284-4CA0-40BF-A84A-78E6DAA76942}" type="sibTrans" cxnId="{66DCB2E4-5F59-4B25-842E-6F56AE124C2C}">
      <dgm:prSet/>
      <dgm:spPr/>
      <dgm:t>
        <a:bodyPr/>
        <a:lstStyle/>
        <a:p>
          <a:endParaRPr lang="en-US"/>
        </a:p>
      </dgm:t>
    </dgm:pt>
    <dgm:pt modelId="{49A4C6DA-559E-474A-8479-6E4E2415323D}" type="pres">
      <dgm:prSet presAssocID="{ED44A291-8798-4221-AC1B-2828C9F28761}" presName="root" presStyleCnt="0">
        <dgm:presLayoutVars>
          <dgm:dir/>
          <dgm:resizeHandles val="exact"/>
        </dgm:presLayoutVars>
      </dgm:prSet>
      <dgm:spPr/>
    </dgm:pt>
    <dgm:pt modelId="{101A661F-105C-465D-990D-48D7D6D18C76}" type="pres">
      <dgm:prSet presAssocID="{C7DEB210-5791-47DB-89F9-D250860C61EC}" presName="compNode" presStyleCnt="0"/>
      <dgm:spPr/>
    </dgm:pt>
    <dgm:pt modelId="{F3E1FDFA-83A8-4CD2-A4E8-A1E75066D950}" type="pres">
      <dgm:prSet presAssocID="{C7DEB210-5791-47DB-89F9-D250860C61EC}" presName="bgRect" presStyleLbl="bgShp" presStyleIdx="0" presStyleCnt="3"/>
      <dgm:spPr/>
    </dgm:pt>
    <dgm:pt modelId="{6913F2F7-6DEA-4131-8D8E-B7C48CDAEBFB}" type="pres">
      <dgm:prSet presAssocID="{C7DEB210-5791-47DB-89F9-D250860C61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705BA2C-2961-4449-8345-8F3B372DE4C3}" type="pres">
      <dgm:prSet presAssocID="{C7DEB210-5791-47DB-89F9-D250860C61EC}" presName="spaceRect" presStyleCnt="0"/>
      <dgm:spPr/>
    </dgm:pt>
    <dgm:pt modelId="{AFDA354C-8794-491E-8391-495023997126}" type="pres">
      <dgm:prSet presAssocID="{C7DEB210-5791-47DB-89F9-D250860C61EC}" presName="parTx" presStyleLbl="revTx" presStyleIdx="0" presStyleCnt="3">
        <dgm:presLayoutVars>
          <dgm:chMax val="0"/>
          <dgm:chPref val="0"/>
        </dgm:presLayoutVars>
      </dgm:prSet>
      <dgm:spPr/>
    </dgm:pt>
    <dgm:pt modelId="{ECEEEE9C-5D5A-4186-867E-22FF7FEDBFCF}" type="pres">
      <dgm:prSet presAssocID="{E4929CA6-509D-4F7F-922C-598C05F007A4}" presName="sibTrans" presStyleCnt="0"/>
      <dgm:spPr/>
    </dgm:pt>
    <dgm:pt modelId="{BCD69447-4B48-4BD4-B70F-F4D562B373DD}" type="pres">
      <dgm:prSet presAssocID="{4F9C373A-FB51-479C-A9D8-A5A94FF5E1F8}" presName="compNode" presStyleCnt="0"/>
      <dgm:spPr/>
    </dgm:pt>
    <dgm:pt modelId="{AEC95455-9A00-4B01-B4CD-F16A094AA9DC}" type="pres">
      <dgm:prSet presAssocID="{4F9C373A-FB51-479C-A9D8-A5A94FF5E1F8}" presName="bgRect" presStyleLbl="bgShp" presStyleIdx="1" presStyleCnt="3"/>
      <dgm:spPr/>
    </dgm:pt>
    <dgm:pt modelId="{1F851A9B-4684-4913-9BDF-7B3B02A70971}" type="pres">
      <dgm:prSet presAssocID="{4F9C373A-FB51-479C-A9D8-A5A94FF5E1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96E099A-8F22-43CB-BF4C-7DCFCF7CDB25}" type="pres">
      <dgm:prSet presAssocID="{4F9C373A-FB51-479C-A9D8-A5A94FF5E1F8}" presName="spaceRect" presStyleCnt="0"/>
      <dgm:spPr/>
    </dgm:pt>
    <dgm:pt modelId="{9C02DC69-E2CB-4055-BED6-E2574194F064}" type="pres">
      <dgm:prSet presAssocID="{4F9C373A-FB51-479C-A9D8-A5A94FF5E1F8}" presName="parTx" presStyleLbl="revTx" presStyleIdx="1" presStyleCnt="3">
        <dgm:presLayoutVars>
          <dgm:chMax val="0"/>
          <dgm:chPref val="0"/>
        </dgm:presLayoutVars>
      </dgm:prSet>
      <dgm:spPr/>
    </dgm:pt>
    <dgm:pt modelId="{20B97BAD-F87A-42A6-8A4A-C8DBABD24DF4}" type="pres">
      <dgm:prSet presAssocID="{DA9D4C26-5EAD-482A-8991-81EE90F701A4}" presName="sibTrans" presStyleCnt="0"/>
      <dgm:spPr/>
    </dgm:pt>
    <dgm:pt modelId="{EDF4D195-FC76-4146-9560-7FFCF6C873B4}" type="pres">
      <dgm:prSet presAssocID="{0B3D6A17-49F8-4780-8C05-F29AD6762818}" presName="compNode" presStyleCnt="0"/>
      <dgm:spPr/>
    </dgm:pt>
    <dgm:pt modelId="{3FA7BAB2-8C50-4854-B56B-05CC5799D78E}" type="pres">
      <dgm:prSet presAssocID="{0B3D6A17-49F8-4780-8C05-F29AD6762818}" presName="bgRect" presStyleLbl="bgShp" presStyleIdx="2" presStyleCnt="3"/>
      <dgm:spPr/>
    </dgm:pt>
    <dgm:pt modelId="{03F351F9-E62A-4918-96AC-239185ABFC45}" type="pres">
      <dgm:prSet presAssocID="{0B3D6A17-49F8-4780-8C05-F29AD67628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8FCB758-9D47-43AC-AF16-D7E5144E1EAE}" type="pres">
      <dgm:prSet presAssocID="{0B3D6A17-49F8-4780-8C05-F29AD6762818}" presName="spaceRect" presStyleCnt="0"/>
      <dgm:spPr/>
    </dgm:pt>
    <dgm:pt modelId="{E26682D5-0403-48E2-BC82-A74062359360}" type="pres">
      <dgm:prSet presAssocID="{0B3D6A17-49F8-4780-8C05-F29AD676281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2E5C0E-E158-4151-A30E-39312F5D2917}" srcId="{ED44A291-8798-4221-AC1B-2828C9F28761}" destId="{4F9C373A-FB51-479C-A9D8-A5A94FF5E1F8}" srcOrd="1" destOrd="0" parTransId="{D1123B99-9BB3-4325-95F1-4C37E213CB14}" sibTransId="{DA9D4C26-5EAD-482A-8991-81EE90F701A4}"/>
    <dgm:cxn modelId="{D7694A63-A011-4925-B1C5-D6E13577989F}" type="presOf" srcId="{C7DEB210-5791-47DB-89F9-D250860C61EC}" destId="{AFDA354C-8794-491E-8391-495023997126}" srcOrd="0" destOrd="0" presId="urn:microsoft.com/office/officeart/2018/2/layout/IconVerticalSolidList"/>
    <dgm:cxn modelId="{0B717C64-A94B-4E15-BA86-448E54BFC158}" srcId="{ED44A291-8798-4221-AC1B-2828C9F28761}" destId="{C7DEB210-5791-47DB-89F9-D250860C61EC}" srcOrd="0" destOrd="0" parTransId="{044AEACF-EA1A-411A-80B5-CCDC3BE00642}" sibTransId="{E4929CA6-509D-4F7F-922C-598C05F007A4}"/>
    <dgm:cxn modelId="{798BDC9F-7C2D-44CA-A829-CFC6DFA400A6}" type="presOf" srcId="{4F9C373A-FB51-479C-A9D8-A5A94FF5E1F8}" destId="{9C02DC69-E2CB-4055-BED6-E2574194F064}" srcOrd="0" destOrd="0" presId="urn:microsoft.com/office/officeart/2018/2/layout/IconVerticalSolidList"/>
    <dgm:cxn modelId="{69BFB5B8-EBDB-4075-8CC1-CDA42C81779C}" type="presOf" srcId="{0B3D6A17-49F8-4780-8C05-F29AD6762818}" destId="{E26682D5-0403-48E2-BC82-A74062359360}" srcOrd="0" destOrd="0" presId="urn:microsoft.com/office/officeart/2018/2/layout/IconVerticalSolidList"/>
    <dgm:cxn modelId="{66DCB2E4-5F59-4B25-842E-6F56AE124C2C}" srcId="{ED44A291-8798-4221-AC1B-2828C9F28761}" destId="{0B3D6A17-49F8-4780-8C05-F29AD6762818}" srcOrd="2" destOrd="0" parTransId="{96F76053-1FFC-4C68-B1A3-B13EBDA51BA6}" sibTransId="{60823284-4CA0-40BF-A84A-78E6DAA76942}"/>
    <dgm:cxn modelId="{D71D30EF-F8E4-4C05-B9DC-72E873C6465B}" type="presOf" srcId="{ED44A291-8798-4221-AC1B-2828C9F28761}" destId="{49A4C6DA-559E-474A-8479-6E4E2415323D}" srcOrd="0" destOrd="0" presId="urn:microsoft.com/office/officeart/2018/2/layout/IconVerticalSolidList"/>
    <dgm:cxn modelId="{96E3CD4A-D9B0-457D-96FF-43309DFD01B4}" type="presParOf" srcId="{49A4C6DA-559E-474A-8479-6E4E2415323D}" destId="{101A661F-105C-465D-990D-48D7D6D18C76}" srcOrd="0" destOrd="0" presId="urn:microsoft.com/office/officeart/2018/2/layout/IconVerticalSolidList"/>
    <dgm:cxn modelId="{F9785030-592A-4654-9388-78161BABE7FE}" type="presParOf" srcId="{101A661F-105C-465D-990D-48D7D6D18C76}" destId="{F3E1FDFA-83A8-4CD2-A4E8-A1E75066D950}" srcOrd="0" destOrd="0" presId="urn:microsoft.com/office/officeart/2018/2/layout/IconVerticalSolidList"/>
    <dgm:cxn modelId="{38F3C292-8F69-4A57-994E-30AE1859964E}" type="presParOf" srcId="{101A661F-105C-465D-990D-48D7D6D18C76}" destId="{6913F2F7-6DEA-4131-8D8E-B7C48CDAEBFB}" srcOrd="1" destOrd="0" presId="urn:microsoft.com/office/officeart/2018/2/layout/IconVerticalSolidList"/>
    <dgm:cxn modelId="{91CE20A6-D3B0-42B9-AE24-52A3C7263ED5}" type="presParOf" srcId="{101A661F-105C-465D-990D-48D7D6D18C76}" destId="{5705BA2C-2961-4449-8345-8F3B372DE4C3}" srcOrd="2" destOrd="0" presId="urn:microsoft.com/office/officeart/2018/2/layout/IconVerticalSolidList"/>
    <dgm:cxn modelId="{D47294E9-91AD-4F2B-8E04-528A06D32F90}" type="presParOf" srcId="{101A661F-105C-465D-990D-48D7D6D18C76}" destId="{AFDA354C-8794-491E-8391-495023997126}" srcOrd="3" destOrd="0" presId="urn:microsoft.com/office/officeart/2018/2/layout/IconVerticalSolidList"/>
    <dgm:cxn modelId="{71E6F12A-15BE-4FB6-B2CE-344B584CB9D5}" type="presParOf" srcId="{49A4C6DA-559E-474A-8479-6E4E2415323D}" destId="{ECEEEE9C-5D5A-4186-867E-22FF7FEDBFCF}" srcOrd="1" destOrd="0" presId="urn:microsoft.com/office/officeart/2018/2/layout/IconVerticalSolidList"/>
    <dgm:cxn modelId="{C08FA619-352E-4839-89FE-52250B83BD42}" type="presParOf" srcId="{49A4C6DA-559E-474A-8479-6E4E2415323D}" destId="{BCD69447-4B48-4BD4-B70F-F4D562B373DD}" srcOrd="2" destOrd="0" presId="urn:microsoft.com/office/officeart/2018/2/layout/IconVerticalSolidList"/>
    <dgm:cxn modelId="{651D338C-99CB-4693-AD9A-077DF2604981}" type="presParOf" srcId="{BCD69447-4B48-4BD4-B70F-F4D562B373DD}" destId="{AEC95455-9A00-4B01-B4CD-F16A094AA9DC}" srcOrd="0" destOrd="0" presId="urn:microsoft.com/office/officeart/2018/2/layout/IconVerticalSolidList"/>
    <dgm:cxn modelId="{B2BD3852-F511-491B-95D0-7C00AB7BA430}" type="presParOf" srcId="{BCD69447-4B48-4BD4-B70F-F4D562B373DD}" destId="{1F851A9B-4684-4913-9BDF-7B3B02A70971}" srcOrd="1" destOrd="0" presId="urn:microsoft.com/office/officeart/2018/2/layout/IconVerticalSolidList"/>
    <dgm:cxn modelId="{56B9BFE8-5A43-4F37-A678-19248883FB3A}" type="presParOf" srcId="{BCD69447-4B48-4BD4-B70F-F4D562B373DD}" destId="{B96E099A-8F22-43CB-BF4C-7DCFCF7CDB25}" srcOrd="2" destOrd="0" presId="urn:microsoft.com/office/officeart/2018/2/layout/IconVerticalSolidList"/>
    <dgm:cxn modelId="{FD77E0D6-407F-40F7-A31E-4EEB2EE7ABCB}" type="presParOf" srcId="{BCD69447-4B48-4BD4-B70F-F4D562B373DD}" destId="{9C02DC69-E2CB-4055-BED6-E2574194F064}" srcOrd="3" destOrd="0" presId="urn:microsoft.com/office/officeart/2018/2/layout/IconVerticalSolidList"/>
    <dgm:cxn modelId="{CEF1B7B7-87D5-40A2-B3F4-6F81B448F5C4}" type="presParOf" srcId="{49A4C6DA-559E-474A-8479-6E4E2415323D}" destId="{20B97BAD-F87A-42A6-8A4A-C8DBABD24DF4}" srcOrd="3" destOrd="0" presId="urn:microsoft.com/office/officeart/2018/2/layout/IconVerticalSolidList"/>
    <dgm:cxn modelId="{CAB72B79-CF96-4BDA-BA8E-30D00B5260C3}" type="presParOf" srcId="{49A4C6DA-559E-474A-8479-6E4E2415323D}" destId="{EDF4D195-FC76-4146-9560-7FFCF6C873B4}" srcOrd="4" destOrd="0" presId="urn:microsoft.com/office/officeart/2018/2/layout/IconVerticalSolidList"/>
    <dgm:cxn modelId="{7EEDEFF2-1E31-4609-8D72-FA1C76FA6F64}" type="presParOf" srcId="{EDF4D195-FC76-4146-9560-7FFCF6C873B4}" destId="{3FA7BAB2-8C50-4854-B56B-05CC5799D78E}" srcOrd="0" destOrd="0" presId="urn:microsoft.com/office/officeart/2018/2/layout/IconVerticalSolidList"/>
    <dgm:cxn modelId="{F7393F27-8E6D-40CE-A4C3-89326B9E65E1}" type="presParOf" srcId="{EDF4D195-FC76-4146-9560-7FFCF6C873B4}" destId="{03F351F9-E62A-4918-96AC-239185ABFC45}" srcOrd="1" destOrd="0" presId="urn:microsoft.com/office/officeart/2018/2/layout/IconVerticalSolidList"/>
    <dgm:cxn modelId="{4A9B0516-1A39-41A6-8785-7BA60021F37E}" type="presParOf" srcId="{EDF4D195-FC76-4146-9560-7FFCF6C873B4}" destId="{38FCB758-9D47-43AC-AF16-D7E5144E1EAE}" srcOrd="2" destOrd="0" presId="urn:microsoft.com/office/officeart/2018/2/layout/IconVerticalSolidList"/>
    <dgm:cxn modelId="{1E00D643-7DDA-4D95-B2A3-77E00F6F14FC}" type="presParOf" srcId="{EDF4D195-FC76-4146-9560-7FFCF6C873B4}" destId="{E26682D5-0403-48E2-BC82-A740623593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05304B-7DD9-4E46-BBF1-43F18AF2D8BF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F34D805-F9CF-4C66-AE93-41B246DDFB2B}">
      <dgm:prSet/>
      <dgm:spPr/>
      <dgm:t>
        <a:bodyPr/>
        <a:lstStyle/>
        <a:p>
          <a:r>
            <a:rPr lang="en-US"/>
            <a:t>Monitor</a:t>
          </a:r>
        </a:p>
      </dgm:t>
    </dgm:pt>
    <dgm:pt modelId="{219CE01E-9C37-4057-AE90-B49BC5E34853}" type="parTrans" cxnId="{49DA6ABF-D971-4B61-8A71-59FA6550E91C}">
      <dgm:prSet/>
      <dgm:spPr/>
      <dgm:t>
        <a:bodyPr/>
        <a:lstStyle/>
        <a:p>
          <a:endParaRPr lang="en-US"/>
        </a:p>
      </dgm:t>
    </dgm:pt>
    <dgm:pt modelId="{13302A48-7942-4E6A-BCBD-7D3501B7DA7D}" type="sibTrans" cxnId="{49DA6ABF-D971-4B61-8A71-59FA6550E91C}">
      <dgm:prSet/>
      <dgm:spPr/>
      <dgm:t>
        <a:bodyPr/>
        <a:lstStyle/>
        <a:p>
          <a:endParaRPr lang="en-US"/>
        </a:p>
      </dgm:t>
    </dgm:pt>
    <dgm:pt modelId="{10A0D2BD-4D75-4A19-BB72-5ADC9DBC9A6E}">
      <dgm:prSet/>
      <dgm:spPr/>
      <dgm:t>
        <a:bodyPr/>
        <a:lstStyle/>
        <a:p>
          <a:r>
            <a:rPr lang="en-US"/>
            <a:t>Monitor filesystem snapshots for sudden file extension changes, high-entropy files, mass file renames, or changed file headers.</a:t>
          </a:r>
        </a:p>
      </dgm:t>
    </dgm:pt>
    <dgm:pt modelId="{D3791759-7978-47A9-95E2-54DDBB52AA7D}" type="parTrans" cxnId="{0ED672FF-195D-4F3F-B929-42E5AC079BC4}">
      <dgm:prSet/>
      <dgm:spPr/>
      <dgm:t>
        <a:bodyPr/>
        <a:lstStyle/>
        <a:p>
          <a:endParaRPr lang="en-US"/>
        </a:p>
      </dgm:t>
    </dgm:pt>
    <dgm:pt modelId="{D7CD0763-2E71-4955-B648-9F9F28F71790}" type="sibTrans" cxnId="{0ED672FF-195D-4F3F-B929-42E5AC079BC4}">
      <dgm:prSet/>
      <dgm:spPr/>
      <dgm:t>
        <a:bodyPr/>
        <a:lstStyle/>
        <a:p>
          <a:endParaRPr lang="en-US"/>
        </a:p>
      </dgm:t>
    </dgm:pt>
    <dgm:pt modelId="{61F0718F-FBFA-4AE6-B27D-99C15543AE74}">
      <dgm:prSet/>
      <dgm:spPr/>
      <dgm:t>
        <a:bodyPr/>
        <a:lstStyle/>
        <a:p>
          <a:r>
            <a:rPr lang="en-US"/>
            <a:t>Use</a:t>
          </a:r>
        </a:p>
      </dgm:t>
    </dgm:pt>
    <dgm:pt modelId="{4575CAA1-FE4A-410F-83E0-82899CF709CC}" type="parTrans" cxnId="{F10833BA-B47B-4272-BC69-120E463C8489}">
      <dgm:prSet/>
      <dgm:spPr/>
      <dgm:t>
        <a:bodyPr/>
        <a:lstStyle/>
        <a:p>
          <a:endParaRPr lang="en-US"/>
        </a:p>
      </dgm:t>
    </dgm:pt>
    <dgm:pt modelId="{6BF500E8-6D0E-4A9E-8A8D-D80C26D9D26F}" type="sibTrans" cxnId="{F10833BA-B47B-4272-BC69-120E463C8489}">
      <dgm:prSet/>
      <dgm:spPr/>
      <dgm:t>
        <a:bodyPr/>
        <a:lstStyle/>
        <a:p>
          <a:endParaRPr lang="en-US"/>
        </a:p>
      </dgm:t>
    </dgm:pt>
    <dgm:pt modelId="{40E5D920-78E6-4AE0-A073-124A558C2536}">
      <dgm:prSet/>
      <dgm:spPr/>
      <dgm:t>
        <a:bodyPr/>
        <a:lstStyle/>
        <a:p>
          <a:r>
            <a:rPr lang="en-US"/>
            <a:t>Use heuristics and file-hash comparisons to flag likely encrypted files.</a:t>
          </a:r>
        </a:p>
      </dgm:t>
    </dgm:pt>
    <dgm:pt modelId="{D3366906-D72F-472A-A72F-22CBCA8E946D}" type="parTrans" cxnId="{82524932-2FC1-4EB7-83DC-B5A03A1E545D}">
      <dgm:prSet/>
      <dgm:spPr/>
      <dgm:t>
        <a:bodyPr/>
        <a:lstStyle/>
        <a:p>
          <a:endParaRPr lang="en-US"/>
        </a:p>
      </dgm:t>
    </dgm:pt>
    <dgm:pt modelId="{30D2DC0B-5071-4D31-96EB-987C108E6FC8}" type="sibTrans" cxnId="{82524932-2FC1-4EB7-83DC-B5A03A1E545D}">
      <dgm:prSet/>
      <dgm:spPr/>
      <dgm:t>
        <a:bodyPr/>
        <a:lstStyle/>
        <a:p>
          <a:endParaRPr lang="en-US"/>
        </a:p>
      </dgm:t>
    </dgm:pt>
    <dgm:pt modelId="{1C545840-B607-4E05-95EA-F34B167BFB9F}">
      <dgm:prSet/>
      <dgm:spPr/>
      <dgm:t>
        <a:bodyPr/>
        <a:lstStyle/>
        <a:p>
          <a:r>
            <a:rPr lang="en-US"/>
            <a:t>Detect</a:t>
          </a:r>
        </a:p>
      </dgm:t>
    </dgm:pt>
    <dgm:pt modelId="{B67D2684-F02B-4BAD-899D-F1593F24180B}" type="parTrans" cxnId="{B0117413-4274-4E28-A9B4-EF08990E14C7}">
      <dgm:prSet/>
      <dgm:spPr/>
      <dgm:t>
        <a:bodyPr/>
        <a:lstStyle/>
        <a:p>
          <a:endParaRPr lang="en-US"/>
        </a:p>
      </dgm:t>
    </dgm:pt>
    <dgm:pt modelId="{72D4E57A-FB67-4B22-BD55-1E5DFA068552}" type="sibTrans" cxnId="{B0117413-4274-4E28-A9B4-EF08990E14C7}">
      <dgm:prSet/>
      <dgm:spPr/>
      <dgm:t>
        <a:bodyPr/>
        <a:lstStyle/>
        <a:p>
          <a:endParaRPr lang="en-US"/>
        </a:p>
      </dgm:t>
    </dgm:pt>
    <dgm:pt modelId="{9A9ED3C3-D004-4366-85E2-3746218861FD}">
      <dgm:prSet/>
      <dgm:spPr/>
      <dgm:t>
        <a:bodyPr/>
        <a:lstStyle/>
        <a:p>
          <a:r>
            <a:rPr lang="en-US"/>
            <a:t>Detect common post-infection behaviors (e.g., shadow copy deletion markers in logs).</a:t>
          </a:r>
        </a:p>
      </dgm:t>
    </dgm:pt>
    <dgm:pt modelId="{BC52BB64-1AF7-4CD0-B047-38CF09DA7972}" type="parTrans" cxnId="{C23B3B70-85B2-4DA2-A4C6-95691A50C71F}">
      <dgm:prSet/>
      <dgm:spPr/>
      <dgm:t>
        <a:bodyPr/>
        <a:lstStyle/>
        <a:p>
          <a:endParaRPr lang="en-US"/>
        </a:p>
      </dgm:t>
    </dgm:pt>
    <dgm:pt modelId="{54E020E1-E481-4370-857B-A1D4006401A0}" type="sibTrans" cxnId="{C23B3B70-85B2-4DA2-A4C6-95691A50C71F}">
      <dgm:prSet/>
      <dgm:spPr/>
      <dgm:t>
        <a:bodyPr/>
        <a:lstStyle/>
        <a:p>
          <a:endParaRPr lang="en-US"/>
        </a:p>
      </dgm:t>
    </dgm:pt>
    <dgm:pt modelId="{F424BBE9-8D52-4C20-9FC9-F0F0C40B1B74}">
      <dgm:prSet/>
      <dgm:spPr/>
      <dgm:t>
        <a:bodyPr/>
        <a:lstStyle/>
        <a:p>
          <a:r>
            <a:rPr lang="en-US"/>
            <a:t>Output</a:t>
          </a:r>
        </a:p>
      </dgm:t>
    </dgm:pt>
    <dgm:pt modelId="{96AD719E-3C18-4389-9379-4BBEA4CC8D24}" type="parTrans" cxnId="{79C0CD5E-6638-4017-A750-27389EED246E}">
      <dgm:prSet/>
      <dgm:spPr/>
      <dgm:t>
        <a:bodyPr/>
        <a:lstStyle/>
        <a:p>
          <a:endParaRPr lang="en-US"/>
        </a:p>
      </dgm:t>
    </dgm:pt>
    <dgm:pt modelId="{2D1E1188-7DEF-4037-B5C3-D3C33E6691C7}" type="sibTrans" cxnId="{79C0CD5E-6638-4017-A750-27389EED246E}">
      <dgm:prSet/>
      <dgm:spPr/>
      <dgm:t>
        <a:bodyPr/>
        <a:lstStyle/>
        <a:p>
          <a:endParaRPr lang="en-US"/>
        </a:p>
      </dgm:t>
    </dgm:pt>
    <dgm:pt modelId="{5F6DC8BC-BFB5-4452-9B40-24670EC78BC0}">
      <dgm:prSet/>
      <dgm:spPr/>
      <dgm:t>
        <a:bodyPr/>
        <a:lstStyle/>
        <a:p>
          <a:r>
            <a:rPr lang="en-US"/>
            <a:t>Output: list of suspicious files + associated metadata and hashes.</a:t>
          </a:r>
        </a:p>
      </dgm:t>
    </dgm:pt>
    <dgm:pt modelId="{F189F234-528E-45C3-B4E5-EADA2354FFB1}" type="parTrans" cxnId="{A7FED770-4C3B-473E-969A-AFC8E8B07934}">
      <dgm:prSet/>
      <dgm:spPr/>
      <dgm:t>
        <a:bodyPr/>
        <a:lstStyle/>
        <a:p>
          <a:endParaRPr lang="en-US"/>
        </a:p>
      </dgm:t>
    </dgm:pt>
    <dgm:pt modelId="{43E45C35-2869-4C77-9147-B476F6C8E9C6}" type="sibTrans" cxnId="{A7FED770-4C3B-473E-969A-AFC8E8B07934}">
      <dgm:prSet/>
      <dgm:spPr/>
      <dgm:t>
        <a:bodyPr/>
        <a:lstStyle/>
        <a:p>
          <a:endParaRPr lang="en-US"/>
        </a:p>
      </dgm:t>
    </dgm:pt>
    <dgm:pt modelId="{A7302333-DE8F-442C-B06F-E8E894BCE6FB}" type="pres">
      <dgm:prSet presAssocID="{FC05304B-7DD9-4E46-BBF1-43F18AF2D8BF}" presName="Name0" presStyleCnt="0">
        <dgm:presLayoutVars>
          <dgm:dir/>
          <dgm:animLvl val="lvl"/>
          <dgm:resizeHandles val="exact"/>
        </dgm:presLayoutVars>
      </dgm:prSet>
      <dgm:spPr/>
    </dgm:pt>
    <dgm:pt modelId="{C422D7F0-CFC5-4CE1-987D-0454C234A96D}" type="pres">
      <dgm:prSet presAssocID="{AF34D805-F9CF-4C66-AE93-41B246DDFB2B}" presName="composite" presStyleCnt="0"/>
      <dgm:spPr/>
    </dgm:pt>
    <dgm:pt modelId="{0A97FD25-1410-4BB0-B340-7A7242150ACC}" type="pres">
      <dgm:prSet presAssocID="{AF34D805-F9CF-4C66-AE93-41B246DDFB2B}" presName="parTx" presStyleLbl="alignNode1" presStyleIdx="0" presStyleCnt="4">
        <dgm:presLayoutVars>
          <dgm:chMax val="0"/>
          <dgm:chPref val="0"/>
        </dgm:presLayoutVars>
      </dgm:prSet>
      <dgm:spPr/>
    </dgm:pt>
    <dgm:pt modelId="{3525265F-42BD-4179-8CFE-3D2088229A34}" type="pres">
      <dgm:prSet presAssocID="{AF34D805-F9CF-4C66-AE93-41B246DDFB2B}" presName="desTx" presStyleLbl="alignAccFollowNode1" presStyleIdx="0" presStyleCnt="4">
        <dgm:presLayoutVars/>
      </dgm:prSet>
      <dgm:spPr/>
    </dgm:pt>
    <dgm:pt modelId="{99702964-EA8C-461C-AC1B-4762EB1FCFEA}" type="pres">
      <dgm:prSet presAssocID="{13302A48-7942-4E6A-BCBD-7D3501B7DA7D}" presName="space" presStyleCnt="0"/>
      <dgm:spPr/>
    </dgm:pt>
    <dgm:pt modelId="{95E89AF5-27B5-4721-A24F-C3129C786C05}" type="pres">
      <dgm:prSet presAssocID="{61F0718F-FBFA-4AE6-B27D-99C15543AE74}" presName="composite" presStyleCnt="0"/>
      <dgm:spPr/>
    </dgm:pt>
    <dgm:pt modelId="{F4C04C6C-BE4B-4B03-8945-91CAA04FAC48}" type="pres">
      <dgm:prSet presAssocID="{61F0718F-FBFA-4AE6-B27D-99C15543AE74}" presName="parTx" presStyleLbl="alignNode1" presStyleIdx="1" presStyleCnt="4">
        <dgm:presLayoutVars>
          <dgm:chMax val="0"/>
          <dgm:chPref val="0"/>
        </dgm:presLayoutVars>
      </dgm:prSet>
      <dgm:spPr/>
    </dgm:pt>
    <dgm:pt modelId="{B0BF5927-48CD-41C4-9EC7-2E6FA274F39D}" type="pres">
      <dgm:prSet presAssocID="{61F0718F-FBFA-4AE6-B27D-99C15543AE74}" presName="desTx" presStyleLbl="alignAccFollowNode1" presStyleIdx="1" presStyleCnt="4">
        <dgm:presLayoutVars/>
      </dgm:prSet>
      <dgm:spPr/>
    </dgm:pt>
    <dgm:pt modelId="{60E2A24A-CAA4-4EE2-A113-E921B4823481}" type="pres">
      <dgm:prSet presAssocID="{6BF500E8-6D0E-4A9E-8A8D-D80C26D9D26F}" presName="space" presStyleCnt="0"/>
      <dgm:spPr/>
    </dgm:pt>
    <dgm:pt modelId="{4483F762-8410-43A1-A66F-CF5DF14FB9B9}" type="pres">
      <dgm:prSet presAssocID="{1C545840-B607-4E05-95EA-F34B167BFB9F}" presName="composite" presStyleCnt="0"/>
      <dgm:spPr/>
    </dgm:pt>
    <dgm:pt modelId="{AA564D9D-6825-428A-AA7B-B380336F2B70}" type="pres">
      <dgm:prSet presAssocID="{1C545840-B607-4E05-95EA-F34B167BFB9F}" presName="parTx" presStyleLbl="alignNode1" presStyleIdx="2" presStyleCnt="4">
        <dgm:presLayoutVars>
          <dgm:chMax val="0"/>
          <dgm:chPref val="0"/>
        </dgm:presLayoutVars>
      </dgm:prSet>
      <dgm:spPr/>
    </dgm:pt>
    <dgm:pt modelId="{3383FBC0-E7BD-42EA-A44D-64EB20F6E4C5}" type="pres">
      <dgm:prSet presAssocID="{1C545840-B607-4E05-95EA-F34B167BFB9F}" presName="desTx" presStyleLbl="alignAccFollowNode1" presStyleIdx="2" presStyleCnt="4">
        <dgm:presLayoutVars/>
      </dgm:prSet>
      <dgm:spPr/>
    </dgm:pt>
    <dgm:pt modelId="{3A04E340-39A1-44C1-AEE4-561D3320802B}" type="pres">
      <dgm:prSet presAssocID="{72D4E57A-FB67-4B22-BD55-1E5DFA068552}" presName="space" presStyleCnt="0"/>
      <dgm:spPr/>
    </dgm:pt>
    <dgm:pt modelId="{409A8FF9-5FA2-478C-ADF9-306C1CAE961D}" type="pres">
      <dgm:prSet presAssocID="{F424BBE9-8D52-4C20-9FC9-F0F0C40B1B74}" presName="composite" presStyleCnt="0"/>
      <dgm:spPr/>
    </dgm:pt>
    <dgm:pt modelId="{95495550-5ABE-4EFB-B5FA-6C8688D78533}" type="pres">
      <dgm:prSet presAssocID="{F424BBE9-8D52-4C20-9FC9-F0F0C40B1B74}" presName="parTx" presStyleLbl="alignNode1" presStyleIdx="3" presStyleCnt="4">
        <dgm:presLayoutVars>
          <dgm:chMax val="0"/>
          <dgm:chPref val="0"/>
        </dgm:presLayoutVars>
      </dgm:prSet>
      <dgm:spPr/>
    </dgm:pt>
    <dgm:pt modelId="{7C90E58F-7A84-47AD-B5DB-6DEA77BEFF91}" type="pres">
      <dgm:prSet presAssocID="{F424BBE9-8D52-4C20-9FC9-F0F0C40B1B74}" presName="desTx" presStyleLbl="alignAccFollowNode1" presStyleIdx="3" presStyleCnt="4">
        <dgm:presLayoutVars/>
      </dgm:prSet>
      <dgm:spPr/>
    </dgm:pt>
  </dgm:ptLst>
  <dgm:cxnLst>
    <dgm:cxn modelId="{B0117413-4274-4E28-A9B4-EF08990E14C7}" srcId="{FC05304B-7DD9-4E46-BBF1-43F18AF2D8BF}" destId="{1C545840-B607-4E05-95EA-F34B167BFB9F}" srcOrd="2" destOrd="0" parTransId="{B67D2684-F02B-4BAD-899D-F1593F24180B}" sibTransId="{72D4E57A-FB67-4B22-BD55-1E5DFA068552}"/>
    <dgm:cxn modelId="{B634DD2E-DD19-42BD-A2A1-ED0ACB63A04D}" type="presOf" srcId="{AF34D805-F9CF-4C66-AE93-41B246DDFB2B}" destId="{0A97FD25-1410-4BB0-B340-7A7242150ACC}" srcOrd="0" destOrd="0" presId="urn:microsoft.com/office/officeart/2016/7/layout/HorizontalActionList"/>
    <dgm:cxn modelId="{82524932-2FC1-4EB7-83DC-B5A03A1E545D}" srcId="{61F0718F-FBFA-4AE6-B27D-99C15543AE74}" destId="{40E5D920-78E6-4AE0-A073-124A558C2536}" srcOrd="0" destOrd="0" parTransId="{D3366906-D72F-472A-A72F-22CBCA8E946D}" sibTransId="{30D2DC0B-5071-4D31-96EB-987C108E6FC8}"/>
    <dgm:cxn modelId="{EDDFDA5B-F235-4A24-BFC8-7E4E119435B2}" type="presOf" srcId="{61F0718F-FBFA-4AE6-B27D-99C15543AE74}" destId="{F4C04C6C-BE4B-4B03-8945-91CAA04FAC48}" srcOrd="0" destOrd="0" presId="urn:microsoft.com/office/officeart/2016/7/layout/HorizontalActionList"/>
    <dgm:cxn modelId="{79C0CD5E-6638-4017-A750-27389EED246E}" srcId="{FC05304B-7DD9-4E46-BBF1-43F18AF2D8BF}" destId="{F424BBE9-8D52-4C20-9FC9-F0F0C40B1B74}" srcOrd="3" destOrd="0" parTransId="{96AD719E-3C18-4389-9379-4BBEA4CC8D24}" sibTransId="{2D1E1188-7DEF-4037-B5C3-D3C33E6691C7}"/>
    <dgm:cxn modelId="{197C1C42-C592-4C63-B104-2838CB32BD0B}" type="presOf" srcId="{1C545840-B607-4E05-95EA-F34B167BFB9F}" destId="{AA564D9D-6825-428A-AA7B-B380336F2B70}" srcOrd="0" destOrd="0" presId="urn:microsoft.com/office/officeart/2016/7/layout/HorizontalActionList"/>
    <dgm:cxn modelId="{C23B3B70-85B2-4DA2-A4C6-95691A50C71F}" srcId="{1C545840-B607-4E05-95EA-F34B167BFB9F}" destId="{9A9ED3C3-D004-4366-85E2-3746218861FD}" srcOrd="0" destOrd="0" parTransId="{BC52BB64-1AF7-4CD0-B047-38CF09DA7972}" sibTransId="{54E020E1-E481-4370-857B-A1D4006401A0}"/>
    <dgm:cxn modelId="{A7FED770-4C3B-473E-969A-AFC8E8B07934}" srcId="{F424BBE9-8D52-4C20-9FC9-F0F0C40B1B74}" destId="{5F6DC8BC-BFB5-4452-9B40-24670EC78BC0}" srcOrd="0" destOrd="0" parTransId="{F189F234-528E-45C3-B4E5-EADA2354FFB1}" sibTransId="{43E45C35-2869-4C77-9147-B476F6C8E9C6}"/>
    <dgm:cxn modelId="{45F0719C-2F9C-45B8-9ABF-966900D5C117}" type="presOf" srcId="{F424BBE9-8D52-4C20-9FC9-F0F0C40B1B74}" destId="{95495550-5ABE-4EFB-B5FA-6C8688D78533}" srcOrd="0" destOrd="0" presId="urn:microsoft.com/office/officeart/2016/7/layout/HorizontalActionList"/>
    <dgm:cxn modelId="{57333DAE-C685-4716-94E8-3051330CA2E3}" type="presOf" srcId="{5F6DC8BC-BFB5-4452-9B40-24670EC78BC0}" destId="{7C90E58F-7A84-47AD-B5DB-6DEA77BEFF91}" srcOrd="0" destOrd="0" presId="urn:microsoft.com/office/officeart/2016/7/layout/HorizontalActionList"/>
    <dgm:cxn modelId="{C105CEB8-CD03-44BD-BC5E-1D6760E65F05}" type="presOf" srcId="{9A9ED3C3-D004-4366-85E2-3746218861FD}" destId="{3383FBC0-E7BD-42EA-A44D-64EB20F6E4C5}" srcOrd="0" destOrd="0" presId="urn:microsoft.com/office/officeart/2016/7/layout/HorizontalActionList"/>
    <dgm:cxn modelId="{F10833BA-B47B-4272-BC69-120E463C8489}" srcId="{FC05304B-7DD9-4E46-BBF1-43F18AF2D8BF}" destId="{61F0718F-FBFA-4AE6-B27D-99C15543AE74}" srcOrd="1" destOrd="0" parTransId="{4575CAA1-FE4A-410F-83E0-82899CF709CC}" sibTransId="{6BF500E8-6D0E-4A9E-8A8D-D80C26D9D26F}"/>
    <dgm:cxn modelId="{272B5CBD-87B7-43FF-BDCE-10652B68A7C4}" type="presOf" srcId="{40E5D920-78E6-4AE0-A073-124A558C2536}" destId="{B0BF5927-48CD-41C4-9EC7-2E6FA274F39D}" srcOrd="0" destOrd="0" presId="urn:microsoft.com/office/officeart/2016/7/layout/HorizontalActionList"/>
    <dgm:cxn modelId="{735D63BF-9982-474A-B125-DE50651EF11F}" type="presOf" srcId="{10A0D2BD-4D75-4A19-BB72-5ADC9DBC9A6E}" destId="{3525265F-42BD-4179-8CFE-3D2088229A34}" srcOrd="0" destOrd="0" presId="urn:microsoft.com/office/officeart/2016/7/layout/HorizontalActionList"/>
    <dgm:cxn modelId="{49DA6ABF-D971-4B61-8A71-59FA6550E91C}" srcId="{FC05304B-7DD9-4E46-BBF1-43F18AF2D8BF}" destId="{AF34D805-F9CF-4C66-AE93-41B246DDFB2B}" srcOrd="0" destOrd="0" parTransId="{219CE01E-9C37-4057-AE90-B49BC5E34853}" sibTransId="{13302A48-7942-4E6A-BCBD-7D3501B7DA7D}"/>
    <dgm:cxn modelId="{54BB22E3-70CF-4061-9EF2-DD7D95F3EF6B}" type="presOf" srcId="{FC05304B-7DD9-4E46-BBF1-43F18AF2D8BF}" destId="{A7302333-DE8F-442C-B06F-E8E894BCE6FB}" srcOrd="0" destOrd="0" presId="urn:microsoft.com/office/officeart/2016/7/layout/HorizontalActionList"/>
    <dgm:cxn modelId="{0ED672FF-195D-4F3F-B929-42E5AC079BC4}" srcId="{AF34D805-F9CF-4C66-AE93-41B246DDFB2B}" destId="{10A0D2BD-4D75-4A19-BB72-5ADC9DBC9A6E}" srcOrd="0" destOrd="0" parTransId="{D3791759-7978-47A9-95E2-54DDBB52AA7D}" sibTransId="{D7CD0763-2E71-4955-B648-9F9F28F71790}"/>
    <dgm:cxn modelId="{BAC718D7-E63F-49E1-A70B-400DCB98B452}" type="presParOf" srcId="{A7302333-DE8F-442C-B06F-E8E894BCE6FB}" destId="{C422D7F0-CFC5-4CE1-987D-0454C234A96D}" srcOrd="0" destOrd="0" presId="urn:microsoft.com/office/officeart/2016/7/layout/HorizontalActionList"/>
    <dgm:cxn modelId="{D39EF257-6D31-4959-BB14-4CC537E0E7F0}" type="presParOf" srcId="{C422D7F0-CFC5-4CE1-987D-0454C234A96D}" destId="{0A97FD25-1410-4BB0-B340-7A7242150ACC}" srcOrd="0" destOrd="0" presId="urn:microsoft.com/office/officeart/2016/7/layout/HorizontalActionList"/>
    <dgm:cxn modelId="{B0925480-A530-432C-AEF8-58009E014E59}" type="presParOf" srcId="{C422D7F0-CFC5-4CE1-987D-0454C234A96D}" destId="{3525265F-42BD-4179-8CFE-3D2088229A34}" srcOrd="1" destOrd="0" presId="urn:microsoft.com/office/officeart/2016/7/layout/HorizontalActionList"/>
    <dgm:cxn modelId="{0DBD0EB3-76BA-4CA9-BFE5-F966BFE765A0}" type="presParOf" srcId="{A7302333-DE8F-442C-B06F-E8E894BCE6FB}" destId="{99702964-EA8C-461C-AC1B-4762EB1FCFEA}" srcOrd="1" destOrd="0" presId="urn:microsoft.com/office/officeart/2016/7/layout/HorizontalActionList"/>
    <dgm:cxn modelId="{626E1E43-4C5C-44BF-B27E-F70285B06A5C}" type="presParOf" srcId="{A7302333-DE8F-442C-B06F-E8E894BCE6FB}" destId="{95E89AF5-27B5-4721-A24F-C3129C786C05}" srcOrd="2" destOrd="0" presId="urn:microsoft.com/office/officeart/2016/7/layout/HorizontalActionList"/>
    <dgm:cxn modelId="{1A101746-B350-4956-A760-A447DC759535}" type="presParOf" srcId="{95E89AF5-27B5-4721-A24F-C3129C786C05}" destId="{F4C04C6C-BE4B-4B03-8945-91CAA04FAC48}" srcOrd="0" destOrd="0" presId="urn:microsoft.com/office/officeart/2016/7/layout/HorizontalActionList"/>
    <dgm:cxn modelId="{D6EDFD19-0FC9-4B42-89CD-A967E3C6A8FC}" type="presParOf" srcId="{95E89AF5-27B5-4721-A24F-C3129C786C05}" destId="{B0BF5927-48CD-41C4-9EC7-2E6FA274F39D}" srcOrd="1" destOrd="0" presId="urn:microsoft.com/office/officeart/2016/7/layout/HorizontalActionList"/>
    <dgm:cxn modelId="{3B477C7E-2134-4445-B1E2-1BFD963A1FFE}" type="presParOf" srcId="{A7302333-DE8F-442C-B06F-E8E894BCE6FB}" destId="{60E2A24A-CAA4-4EE2-A113-E921B4823481}" srcOrd="3" destOrd="0" presId="urn:microsoft.com/office/officeart/2016/7/layout/HorizontalActionList"/>
    <dgm:cxn modelId="{F1B8F3CD-C54B-41CE-B4C3-95832F4EDC83}" type="presParOf" srcId="{A7302333-DE8F-442C-B06F-E8E894BCE6FB}" destId="{4483F762-8410-43A1-A66F-CF5DF14FB9B9}" srcOrd="4" destOrd="0" presId="urn:microsoft.com/office/officeart/2016/7/layout/HorizontalActionList"/>
    <dgm:cxn modelId="{6EDB0C53-8942-49BE-9728-24CFF05CC8E6}" type="presParOf" srcId="{4483F762-8410-43A1-A66F-CF5DF14FB9B9}" destId="{AA564D9D-6825-428A-AA7B-B380336F2B70}" srcOrd="0" destOrd="0" presId="urn:microsoft.com/office/officeart/2016/7/layout/HorizontalActionList"/>
    <dgm:cxn modelId="{90C8C747-C41D-47E5-816A-0A21BDC285E7}" type="presParOf" srcId="{4483F762-8410-43A1-A66F-CF5DF14FB9B9}" destId="{3383FBC0-E7BD-42EA-A44D-64EB20F6E4C5}" srcOrd="1" destOrd="0" presId="urn:microsoft.com/office/officeart/2016/7/layout/HorizontalActionList"/>
    <dgm:cxn modelId="{C609AF8D-8ABD-4ED8-97B9-33985D40D8B9}" type="presParOf" srcId="{A7302333-DE8F-442C-B06F-E8E894BCE6FB}" destId="{3A04E340-39A1-44C1-AEE4-561D3320802B}" srcOrd="5" destOrd="0" presId="urn:microsoft.com/office/officeart/2016/7/layout/HorizontalActionList"/>
    <dgm:cxn modelId="{A63008C2-4290-4868-B45C-3E1EB070DE96}" type="presParOf" srcId="{A7302333-DE8F-442C-B06F-E8E894BCE6FB}" destId="{409A8FF9-5FA2-478C-ADF9-306C1CAE961D}" srcOrd="6" destOrd="0" presId="urn:microsoft.com/office/officeart/2016/7/layout/HorizontalActionList"/>
    <dgm:cxn modelId="{5381E515-8D25-424D-BFBF-136A44170F92}" type="presParOf" srcId="{409A8FF9-5FA2-478C-ADF9-306C1CAE961D}" destId="{95495550-5ABE-4EFB-B5FA-6C8688D78533}" srcOrd="0" destOrd="0" presId="urn:microsoft.com/office/officeart/2016/7/layout/HorizontalActionList"/>
    <dgm:cxn modelId="{82CC6872-62F9-4D0C-9C83-719267B342E1}" type="presParOf" srcId="{409A8FF9-5FA2-478C-ADF9-306C1CAE961D}" destId="{7C90E58F-7A84-47AD-B5DB-6DEA77BEFF9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A95F467-4F4D-4947-8F13-23B3D9AE935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D610377-C560-4244-B8AA-304E321E79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Ingest heterogeneous logs and normalize timestamps and fields.</a:t>
          </a:r>
        </a:p>
      </dgm:t>
    </dgm:pt>
    <dgm:pt modelId="{3F29E887-A13C-4E6D-A62D-BC63D6DCC7F9}" type="parTrans" cxnId="{5B41C14C-9048-41AC-A262-1FFDB8B6F0A2}">
      <dgm:prSet/>
      <dgm:spPr/>
      <dgm:t>
        <a:bodyPr/>
        <a:lstStyle/>
        <a:p>
          <a:endParaRPr lang="en-US"/>
        </a:p>
      </dgm:t>
    </dgm:pt>
    <dgm:pt modelId="{A00D6A9F-0097-4E47-BAB8-252659A6EA89}" type="sibTrans" cxnId="{5B41C14C-9048-41AC-A262-1FFDB8B6F0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8AD31B3-8582-48F1-B84C-9C36CA59D1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 parsed logs in a local index (Elasticsearch or SQLite/JSON for prototype).</a:t>
          </a:r>
        </a:p>
      </dgm:t>
    </dgm:pt>
    <dgm:pt modelId="{4DE6A84D-7DFE-438A-8A3A-52FC6B4FFA7B}" type="parTrans" cxnId="{DEA920EA-41BF-4B9B-8FE9-5722EC5EE4DF}">
      <dgm:prSet/>
      <dgm:spPr/>
      <dgm:t>
        <a:bodyPr/>
        <a:lstStyle/>
        <a:p>
          <a:endParaRPr lang="en-US"/>
        </a:p>
      </dgm:t>
    </dgm:pt>
    <dgm:pt modelId="{2A9C62C3-3DBC-4FC5-B244-4BA9785FC78A}" type="sibTrans" cxnId="{DEA920EA-41BF-4B9B-8FE9-5722EC5EE4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39275D-538F-4475-A8EE-3D76EBBB23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correlation rules: tie process IDs and file paths from memory artifacts to log events (file access, process creation, network connections).</a:t>
          </a:r>
        </a:p>
      </dgm:t>
    </dgm:pt>
    <dgm:pt modelId="{B784D17B-BAEA-4FB0-8AB6-B7D83AF7F276}" type="parTrans" cxnId="{FF162095-728F-4D25-B91F-65CB532E03A7}">
      <dgm:prSet/>
      <dgm:spPr/>
      <dgm:t>
        <a:bodyPr/>
        <a:lstStyle/>
        <a:p>
          <a:endParaRPr lang="en-US"/>
        </a:p>
      </dgm:t>
    </dgm:pt>
    <dgm:pt modelId="{13FC36D6-EF00-4A5C-85CA-D684BC85EC15}" type="sibTrans" cxnId="{FF162095-728F-4D25-B91F-65CB532E03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21FFBE6-597E-49FB-BD23-A6D0188AF7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Output: Unified timeline events and correlation graph (graph database or adjacency list).</a:t>
          </a:r>
        </a:p>
      </dgm:t>
    </dgm:pt>
    <dgm:pt modelId="{B2480999-0C62-4D5D-B5B2-8AE4F48B9D2D}" type="parTrans" cxnId="{D2618FEF-2B30-4F8F-B715-50208C624036}">
      <dgm:prSet/>
      <dgm:spPr/>
      <dgm:t>
        <a:bodyPr/>
        <a:lstStyle/>
        <a:p>
          <a:endParaRPr lang="en-US"/>
        </a:p>
      </dgm:t>
    </dgm:pt>
    <dgm:pt modelId="{3BBA6F45-EB96-4810-84E7-A8FA64121F99}" type="sibTrans" cxnId="{D2618FEF-2B30-4F8F-B715-50208C624036}">
      <dgm:prSet/>
      <dgm:spPr/>
      <dgm:t>
        <a:bodyPr/>
        <a:lstStyle/>
        <a:p>
          <a:endParaRPr lang="en-US"/>
        </a:p>
      </dgm:t>
    </dgm:pt>
    <dgm:pt modelId="{01C70F76-0406-4FE3-B2BF-8A640D2E53D6}" type="pres">
      <dgm:prSet presAssocID="{AA95F467-4F4D-4947-8F13-23B3D9AE935B}" presName="root" presStyleCnt="0">
        <dgm:presLayoutVars>
          <dgm:dir/>
          <dgm:resizeHandles val="exact"/>
        </dgm:presLayoutVars>
      </dgm:prSet>
      <dgm:spPr/>
    </dgm:pt>
    <dgm:pt modelId="{F88F2A26-F572-406F-81A1-D6658C43F63F}" type="pres">
      <dgm:prSet presAssocID="{AA95F467-4F4D-4947-8F13-23B3D9AE935B}" presName="container" presStyleCnt="0">
        <dgm:presLayoutVars>
          <dgm:dir/>
          <dgm:resizeHandles val="exact"/>
        </dgm:presLayoutVars>
      </dgm:prSet>
      <dgm:spPr/>
    </dgm:pt>
    <dgm:pt modelId="{9E951FA0-A551-43C6-846E-46D6468966D2}" type="pres">
      <dgm:prSet presAssocID="{FD610377-C560-4244-B8AA-304E321E794A}" presName="compNode" presStyleCnt="0"/>
      <dgm:spPr/>
    </dgm:pt>
    <dgm:pt modelId="{6CC396B0-9A72-41DA-BD85-1FD75DC6B3BC}" type="pres">
      <dgm:prSet presAssocID="{FD610377-C560-4244-B8AA-304E321E794A}" presName="iconBgRect" presStyleLbl="bgShp" presStyleIdx="0" presStyleCnt="4"/>
      <dgm:spPr/>
    </dgm:pt>
    <dgm:pt modelId="{3290D96B-BABF-414E-9D92-F5B3202EFB58}" type="pres">
      <dgm:prSet presAssocID="{FD610377-C560-4244-B8AA-304E321E79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57CFFD7-F4E4-45DF-88C3-14103E3ED990}" type="pres">
      <dgm:prSet presAssocID="{FD610377-C560-4244-B8AA-304E321E794A}" presName="spaceRect" presStyleCnt="0"/>
      <dgm:spPr/>
    </dgm:pt>
    <dgm:pt modelId="{B802CD47-981D-404D-B36E-87CCC3FB47A4}" type="pres">
      <dgm:prSet presAssocID="{FD610377-C560-4244-B8AA-304E321E794A}" presName="textRect" presStyleLbl="revTx" presStyleIdx="0" presStyleCnt="4">
        <dgm:presLayoutVars>
          <dgm:chMax val="1"/>
          <dgm:chPref val="1"/>
        </dgm:presLayoutVars>
      </dgm:prSet>
      <dgm:spPr/>
    </dgm:pt>
    <dgm:pt modelId="{67F3A673-E3B0-4639-82E6-A58FDB0DB2DF}" type="pres">
      <dgm:prSet presAssocID="{A00D6A9F-0097-4E47-BAB8-252659A6EA89}" presName="sibTrans" presStyleLbl="sibTrans2D1" presStyleIdx="0" presStyleCnt="0"/>
      <dgm:spPr/>
    </dgm:pt>
    <dgm:pt modelId="{92AE8EE0-55AA-4D63-80F9-789E9EE8FBA7}" type="pres">
      <dgm:prSet presAssocID="{B8AD31B3-8582-48F1-B84C-9C36CA59D1F2}" presName="compNode" presStyleCnt="0"/>
      <dgm:spPr/>
    </dgm:pt>
    <dgm:pt modelId="{71B0BBDA-72C4-43D2-AA8B-26747C895937}" type="pres">
      <dgm:prSet presAssocID="{B8AD31B3-8582-48F1-B84C-9C36CA59D1F2}" presName="iconBgRect" presStyleLbl="bgShp" presStyleIdx="1" presStyleCnt="4"/>
      <dgm:spPr/>
    </dgm:pt>
    <dgm:pt modelId="{73758CEC-FA8F-4716-92EA-95EDC61ADF68}" type="pres">
      <dgm:prSet presAssocID="{B8AD31B3-8582-48F1-B84C-9C36CA59D1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4508BD2D-4BE5-4DA7-98AB-B78EE7F306AF}" type="pres">
      <dgm:prSet presAssocID="{B8AD31B3-8582-48F1-B84C-9C36CA59D1F2}" presName="spaceRect" presStyleCnt="0"/>
      <dgm:spPr/>
    </dgm:pt>
    <dgm:pt modelId="{F642AC40-4DD5-42FB-972F-ADDE87B08C0D}" type="pres">
      <dgm:prSet presAssocID="{B8AD31B3-8582-48F1-B84C-9C36CA59D1F2}" presName="textRect" presStyleLbl="revTx" presStyleIdx="1" presStyleCnt="4">
        <dgm:presLayoutVars>
          <dgm:chMax val="1"/>
          <dgm:chPref val="1"/>
        </dgm:presLayoutVars>
      </dgm:prSet>
      <dgm:spPr/>
    </dgm:pt>
    <dgm:pt modelId="{CC9586E6-AD6B-4806-99E1-3AD007D3EF9D}" type="pres">
      <dgm:prSet presAssocID="{2A9C62C3-3DBC-4FC5-B244-4BA9785FC78A}" presName="sibTrans" presStyleLbl="sibTrans2D1" presStyleIdx="0" presStyleCnt="0"/>
      <dgm:spPr/>
    </dgm:pt>
    <dgm:pt modelId="{1A3A0421-08A7-4065-9684-8A85078D545A}" type="pres">
      <dgm:prSet presAssocID="{1E39275D-538F-4475-A8EE-3D76EBBB2372}" presName="compNode" presStyleCnt="0"/>
      <dgm:spPr/>
    </dgm:pt>
    <dgm:pt modelId="{0A491443-61F2-49CD-AEFA-98C50E70D941}" type="pres">
      <dgm:prSet presAssocID="{1E39275D-538F-4475-A8EE-3D76EBBB2372}" presName="iconBgRect" presStyleLbl="bgShp" presStyleIdx="2" presStyleCnt="4"/>
      <dgm:spPr/>
    </dgm:pt>
    <dgm:pt modelId="{8A64FFEB-43DD-4444-A346-B938F817F54C}" type="pres">
      <dgm:prSet presAssocID="{1E39275D-538F-4475-A8EE-3D76EBBB23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016B756-2842-4A8A-B5A0-7EA502EB3D2D}" type="pres">
      <dgm:prSet presAssocID="{1E39275D-538F-4475-A8EE-3D76EBBB2372}" presName="spaceRect" presStyleCnt="0"/>
      <dgm:spPr/>
    </dgm:pt>
    <dgm:pt modelId="{1E0ACC4C-971C-4FE3-90CD-0B0ED794061E}" type="pres">
      <dgm:prSet presAssocID="{1E39275D-538F-4475-A8EE-3D76EBBB2372}" presName="textRect" presStyleLbl="revTx" presStyleIdx="2" presStyleCnt="4">
        <dgm:presLayoutVars>
          <dgm:chMax val="1"/>
          <dgm:chPref val="1"/>
        </dgm:presLayoutVars>
      </dgm:prSet>
      <dgm:spPr/>
    </dgm:pt>
    <dgm:pt modelId="{DE37E430-E231-4BC0-8283-ECC1B7E68949}" type="pres">
      <dgm:prSet presAssocID="{13FC36D6-EF00-4A5C-85CA-D684BC85EC15}" presName="sibTrans" presStyleLbl="sibTrans2D1" presStyleIdx="0" presStyleCnt="0"/>
      <dgm:spPr/>
    </dgm:pt>
    <dgm:pt modelId="{F4861EFE-BDF0-4B4D-8EA2-3E17632725E9}" type="pres">
      <dgm:prSet presAssocID="{F21FFBE6-597E-49FB-BD23-A6D0188AF792}" presName="compNode" presStyleCnt="0"/>
      <dgm:spPr/>
    </dgm:pt>
    <dgm:pt modelId="{43AD75AC-135B-4FEC-968F-8B47D465E663}" type="pres">
      <dgm:prSet presAssocID="{F21FFBE6-597E-49FB-BD23-A6D0188AF792}" presName="iconBgRect" presStyleLbl="bgShp" presStyleIdx="3" presStyleCnt="4"/>
      <dgm:spPr/>
    </dgm:pt>
    <dgm:pt modelId="{7876DB74-3A93-4E74-9206-B00A946CC59D}" type="pres">
      <dgm:prSet presAssocID="{F21FFBE6-597E-49FB-BD23-A6D0188AF7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589CD3C-AFAF-4206-9E84-EB21369E0C71}" type="pres">
      <dgm:prSet presAssocID="{F21FFBE6-597E-49FB-BD23-A6D0188AF792}" presName="spaceRect" presStyleCnt="0"/>
      <dgm:spPr/>
    </dgm:pt>
    <dgm:pt modelId="{DFFBB2EA-16DC-47C7-ABDD-8A02AF291A82}" type="pres">
      <dgm:prSet presAssocID="{F21FFBE6-597E-49FB-BD23-A6D0188AF79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D016526-FE70-466F-8214-677FEE482ED5}" type="presOf" srcId="{1E39275D-538F-4475-A8EE-3D76EBBB2372}" destId="{1E0ACC4C-971C-4FE3-90CD-0B0ED794061E}" srcOrd="0" destOrd="0" presId="urn:microsoft.com/office/officeart/2018/2/layout/IconCircleList"/>
    <dgm:cxn modelId="{0EC2A532-B54E-483D-A102-C63B97675BBE}" type="presOf" srcId="{2A9C62C3-3DBC-4FC5-B244-4BA9785FC78A}" destId="{CC9586E6-AD6B-4806-99E1-3AD007D3EF9D}" srcOrd="0" destOrd="0" presId="urn:microsoft.com/office/officeart/2018/2/layout/IconCircleList"/>
    <dgm:cxn modelId="{DF5D004A-B293-4287-B8EF-A3C73C0E23F4}" type="presOf" srcId="{F21FFBE6-597E-49FB-BD23-A6D0188AF792}" destId="{DFFBB2EA-16DC-47C7-ABDD-8A02AF291A82}" srcOrd="0" destOrd="0" presId="urn:microsoft.com/office/officeart/2018/2/layout/IconCircleList"/>
    <dgm:cxn modelId="{5B41C14C-9048-41AC-A262-1FFDB8B6F0A2}" srcId="{AA95F467-4F4D-4947-8F13-23B3D9AE935B}" destId="{FD610377-C560-4244-B8AA-304E321E794A}" srcOrd="0" destOrd="0" parTransId="{3F29E887-A13C-4E6D-A62D-BC63D6DCC7F9}" sibTransId="{A00D6A9F-0097-4E47-BAB8-252659A6EA89}"/>
    <dgm:cxn modelId="{06E2688F-5783-44C7-98A1-10A7B2B13DA7}" type="presOf" srcId="{AA95F467-4F4D-4947-8F13-23B3D9AE935B}" destId="{01C70F76-0406-4FE3-B2BF-8A640D2E53D6}" srcOrd="0" destOrd="0" presId="urn:microsoft.com/office/officeart/2018/2/layout/IconCircleList"/>
    <dgm:cxn modelId="{FF162095-728F-4D25-B91F-65CB532E03A7}" srcId="{AA95F467-4F4D-4947-8F13-23B3D9AE935B}" destId="{1E39275D-538F-4475-A8EE-3D76EBBB2372}" srcOrd="2" destOrd="0" parTransId="{B784D17B-BAEA-4FB0-8AB6-B7D83AF7F276}" sibTransId="{13FC36D6-EF00-4A5C-85CA-D684BC85EC15}"/>
    <dgm:cxn modelId="{746D6EA5-20D0-4C84-B532-45D87200EFB5}" type="presOf" srcId="{A00D6A9F-0097-4E47-BAB8-252659A6EA89}" destId="{67F3A673-E3B0-4639-82E6-A58FDB0DB2DF}" srcOrd="0" destOrd="0" presId="urn:microsoft.com/office/officeart/2018/2/layout/IconCircleList"/>
    <dgm:cxn modelId="{26ECFBC7-B713-4D51-A01B-6E2073BF0412}" type="presOf" srcId="{13FC36D6-EF00-4A5C-85CA-D684BC85EC15}" destId="{DE37E430-E231-4BC0-8283-ECC1B7E68949}" srcOrd="0" destOrd="0" presId="urn:microsoft.com/office/officeart/2018/2/layout/IconCircleList"/>
    <dgm:cxn modelId="{2D7D0ED5-9F52-45C5-B67A-CAAE1B5FCE7A}" type="presOf" srcId="{B8AD31B3-8582-48F1-B84C-9C36CA59D1F2}" destId="{F642AC40-4DD5-42FB-972F-ADDE87B08C0D}" srcOrd="0" destOrd="0" presId="urn:microsoft.com/office/officeart/2018/2/layout/IconCircleList"/>
    <dgm:cxn modelId="{BC7F59DA-1FE1-4FB4-8FA1-81B4A08EA9ED}" type="presOf" srcId="{FD610377-C560-4244-B8AA-304E321E794A}" destId="{B802CD47-981D-404D-B36E-87CCC3FB47A4}" srcOrd="0" destOrd="0" presId="urn:microsoft.com/office/officeart/2018/2/layout/IconCircleList"/>
    <dgm:cxn modelId="{DEA920EA-41BF-4B9B-8FE9-5722EC5EE4DF}" srcId="{AA95F467-4F4D-4947-8F13-23B3D9AE935B}" destId="{B8AD31B3-8582-48F1-B84C-9C36CA59D1F2}" srcOrd="1" destOrd="0" parTransId="{4DE6A84D-7DFE-438A-8A3A-52FC6B4FFA7B}" sibTransId="{2A9C62C3-3DBC-4FC5-B244-4BA9785FC78A}"/>
    <dgm:cxn modelId="{D2618FEF-2B30-4F8F-B715-50208C624036}" srcId="{AA95F467-4F4D-4947-8F13-23B3D9AE935B}" destId="{F21FFBE6-597E-49FB-BD23-A6D0188AF792}" srcOrd="3" destOrd="0" parTransId="{B2480999-0C62-4D5D-B5B2-8AE4F48B9D2D}" sibTransId="{3BBA6F45-EB96-4810-84E7-A8FA64121F99}"/>
    <dgm:cxn modelId="{F0F951F2-57F1-4435-9485-BCA9D70ECD91}" type="presParOf" srcId="{01C70F76-0406-4FE3-B2BF-8A640D2E53D6}" destId="{F88F2A26-F572-406F-81A1-D6658C43F63F}" srcOrd="0" destOrd="0" presId="urn:microsoft.com/office/officeart/2018/2/layout/IconCircleList"/>
    <dgm:cxn modelId="{B84669AF-CF37-4A9E-8625-762BA5ED0937}" type="presParOf" srcId="{F88F2A26-F572-406F-81A1-D6658C43F63F}" destId="{9E951FA0-A551-43C6-846E-46D6468966D2}" srcOrd="0" destOrd="0" presId="urn:microsoft.com/office/officeart/2018/2/layout/IconCircleList"/>
    <dgm:cxn modelId="{96AE825E-668A-4CBE-B882-58F0F108FD1F}" type="presParOf" srcId="{9E951FA0-A551-43C6-846E-46D6468966D2}" destId="{6CC396B0-9A72-41DA-BD85-1FD75DC6B3BC}" srcOrd="0" destOrd="0" presId="urn:microsoft.com/office/officeart/2018/2/layout/IconCircleList"/>
    <dgm:cxn modelId="{09264229-2DF1-4CD8-A00F-B5DF20CB5EC4}" type="presParOf" srcId="{9E951FA0-A551-43C6-846E-46D6468966D2}" destId="{3290D96B-BABF-414E-9D92-F5B3202EFB58}" srcOrd="1" destOrd="0" presId="urn:microsoft.com/office/officeart/2018/2/layout/IconCircleList"/>
    <dgm:cxn modelId="{1B4B2A5B-F04D-46E2-8EEB-E09AFE9DB952}" type="presParOf" srcId="{9E951FA0-A551-43C6-846E-46D6468966D2}" destId="{A57CFFD7-F4E4-45DF-88C3-14103E3ED990}" srcOrd="2" destOrd="0" presId="urn:microsoft.com/office/officeart/2018/2/layout/IconCircleList"/>
    <dgm:cxn modelId="{3A9CED1A-9383-4D0C-8C1D-B028A10AA7CD}" type="presParOf" srcId="{9E951FA0-A551-43C6-846E-46D6468966D2}" destId="{B802CD47-981D-404D-B36E-87CCC3FB47A4}" srcOrd="3" destOrd="0" presId="urn:microsoft.com/office/officeart/2018/2/layout/IconCircleList"/>
    <dgm:cxn modelId="{D7BA4F09-C8FB-4815-AEE7-7B2E4824A7C6}" type="presParOf" srcId="{F88F2A26-F572-406F-81A1-D6658C43F63F}" destId="{67F3A673-E3B0-4639-82E6-A58FDB0DB2DF}" srcOrd="1" destOrd="0" presId="urn:microsoft.com/office/officeart/2018/2/layout/IconCircleList"/>
    <dgm:cxn modelId="{88F83770-6ADF-4CF8-9D34-31834C33F7CC}" type="presParOf" srcId="{F88F2A26-F572-406F-81A1-D6658C43F63F}" destId="{92AE8EE0-55AA-4D63-80F9-789E9EE8FBA7}" srcOrd="2" destOrd="0" presId="urn:microsoft.com/office/officeart/2018/2/layout/IconCircleList"/>
    <dgm:cxn modelId="{99529F23-9095-4D7C-A9F4-F7EED4FDF697}" type="presParOf" srcId="{92AE8EE0-55AA-4D63-80F9-789E9EE8FBA7}" destId="{71B0BBDA-72C4-43D2-AA8B-26747C895937}" srcOrd="0" destOrd="0" presId="urn:microsoft.com/office/officeart/2018/2/layout/IconCircleList"/>
    <dgm:cxn modelId="{A79CA77B-DB67-4029-906C-DF88C8BB860A}" type="presParOf" srcId="{92AE8EE0-55AA-4D63-80F9-789E9EE8FBA7}" destId="{73758CEC-FA8F-4716-92EA-95EDC61ADF68}" srcOrd="1" destOrd="0" presId="urn:microsoft.com/office/officeart/2018/2/layout/IconCircleList"/>
    <dgm:cxn modelId="{70F0543E-1F3C-431F-8A72-269B89946355}" type="presParOf" srcId="{92AE8EE0-55AA-4D63-80F9-789E9EE8FBA7}" destId="{4508BD2D-4BE5-4DA7-98AB-B78EE7F306AF}" srcOrd="2" destOrd="0" presId="urn:microsoft.com/office/officeart/2018/2/layout/IconCircleList"/>
    <dgm:cxn modelId="{494B0E8A-7019-4A53-B105-88DBCCAF3DDD}" type="presParOf" srcId="{92AE8EE0-55AA-4D63-80F9-789E9EE8FBA7}" destId="{F642AC40-4DD5-42FB-972F-ADDE87B08C0D}" srcOrd="3" destOrd="0" presId="urn:microsoft.com/office/officeart/2018/2/layout/IconCircleList"/>
    <dgm:cxn modelId="{A6165563-03AF-455A-ADC5-64B75FED99DD}" type="presParOf" srcId="{F88F2A26-F572-406F-81A1-D6658C43F63F}" destId="{CC9586E6-AD6B-4806-99E1-3AD007D3EF9D}" srcOrd="3" destOrd="0" presId="urn:microsoft.com/office/officeart/2018/2/layout/IconCircleList"/>
    <dgm:cxn modelId="{E1A1B17C-0E8B-4201-91C3-D65A5F88AEC1}" type="presParOf" srcId="{F88F2A26-F572-406F-81A1-D6658C43F63F}" destId="{1A3A0421-08A7-4065-9684-8A85078D545A}" srcOrd="4" destOrd="0" presId="urn:microsoft.com/office/officeart/2018/2/layout/IconCircleList"/>
    <dgm:cxn modelId="{A1E51865-FFC5-49C5-8977-313B5EE8FC18}" type="presParOf" srcId="{1A3A0421-08A7-4065-9684-8A85078D545A}" destId="{0A491443-61F2-49CD-AEFA-98C50E70D941}" srcOrd="0" destOrd="0" presId="urn:microsoft.com/office/officeart/2018/2/layout/IconCircleList"/>
    <dgm:cxn modelId="{50A189E4-3E17-4A3A-9F66-FD884A2FF0FE}" type="presParOf" srcId="{1A3A0421-08A7-4065-9684-8A85078D545A}" destId="{8A64FFEB-43DD-4444-A346-B938F817F54C}" srcOrd="1" destOrd="0" presId="urn:microsoft.com/office/officeart/2018/2/layout/IconCircleList"/>
    <dgm:cxn modelId="{AAC54B02-91D3-48F6-951A-1BA9F6C7A38C}" type="presParOf" srcId="{1A3A0421-08A7-4065-9684-8A85078D545A}" destId="{E016B756-2842-4A8A-B5A0-7EA502EB3D2D}" srcOrd="2" destOrd="0" presId="urn:microsoft.com/office/officeart/2018/2/layout/IconCircleList"/>
    <dgm:cxn modelId="{565C06AF-538E-4965-81C5-11A0297F8972}" type="presParOf" srcId="{1A3A0421-08A7-4065-9684-8A85078D545A}" destId="{1E0ACC4C-971C-4FE3-90CD-0B0ED794061E}" srcOrd="3" destOrd="0" presId="urn:microsoft.com/office/officeart/2018/2/layout/IconCircleList"/>
    <dgm:cxn modelId="{C4406376-7568-415F-98EE-622AF12298A6}" type="presParOf" srcId="{F88F2A26-F572-406F-81A1-D6658C43F63F}" destId="{DE37E430-E231-4BC0-8283-ECC1B7E68949}" srcOrd="5" destOrd="0" presId="urn:microsoft.com/office/officeart/2018/2/layout/IconCircleList"/>
    <dgm:cxn modelId="{BA1EF8F8-9827-44AD-BF96-285F65893DE9}" type="presParOf" srcId="{F88F2A26-F572-406F-81A1-D6658C43F63F}" destId="{F4861EFE-BDF0-4B4D-8EA2-3E17632725E9}" srcOrd="6" destOrd="0" presId="urn:microsoft.com/office/officeart/2018/2/layout/IconCircleList"/>
    <dgm:cxn modelId="{BECD5908-8200-4BDC-817A-C606F4D0E1DB}" type="presParOf" srcId="{F4861EFE-BDF0-4B4D-8EA2-3E17632725E9}" destId="{43AD75AC-135B-4FEC-968F-8B47D465E663}" srcOrd="0" destOrd="0" presId="urn:microsoft.com/office/officeart/2018/2/layout/IconCircleList"/>
    <dgm:cxn modelId="{CD58BFED-58B5-499D-A44B-A86BC1C08300}" type="presParOf" srcId="{F4861EFE-BDF0-4B4D-8EA2-3E17632725E9}" destId="{7876DB74-3A93-4E74-9206-B00A946CC59D}" srcOrd="1" destOrd="0" presId="urn:microsoft.com/office/officeart/2018/2/layout/IconCircleList"/>
    <dgm:cxn modelId="{32FCFF89-2FAA-4BA7-9828-ABD6CC1F0713}" type="presParOf" srcId="{F4861EFE-BDF0-4B4D-8EA2-3E17632725E9}" destId="{1589CD3C-AFAF-4206-9E84-EB21369E0C71}" srcOrd="2" destOrd="0" presId="urn:microsoft.com/office/officeart/2018/2/layout/IconCircleList"/>
    <dgm:cxn modelId="{ADB18385-19A4-45C5-863C-573255AD2F18}" type="presParOf" srcId="{F4861EFE-BDF0-4B4D-8EA2-3E17632725E9}" destId="{DFFBB2EA-16DC-47C7-ABDD-8A02AF291A8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888DEC-2B2A-4115-8F7A-18DD25FA060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3DAB81-B059-4411-A296-63D980DF26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cloud provider APIs to fetch file metadata (timestamps, file size, owner, storage location) and revision history when available.</a:t>
          </a:r>
          <a:endParaRPr lang="en-US"/>
        </a:p>
      </dgm:t>
    </dgm:pt>
    <dgm:pt modelId="{16D80CA3-1063-4AA7-BB52-82189AC91AC7}" type="parTrans" cxnId="{DEC03970-1C62-46FE-BA9C-AE7F9B3DF047}">
      <dgm:prSet/>
      <dgm:spPr/>
      <dgm:t>
        <a:bodyPr/>
        <a:lstStyle/>
        <a:p>
          <a:endParaRPr lang="en-US"/>
        </a:p>
      </dgm:t>
    </dgm:pt>
    <dgm:pt modelId="{C80E6999-760D-4F97-A9EF-3B9D51E3C451}" type="sibTrans" cxnId="{DEC03970-1C62-46FE-BA9C-AE7F9B3DF0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EF799DC-7501-42A4-B132-9F116A09D2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Verify file integrity via hashes where possible.</a:t>
          </a:r>
          <a:endParaRPr lang="en-US"/>
        </a:p>
      </dgm:t>
    </dgm:pt>
    <dgm:pt modelId="{09D7388F-557F-4BB2-9E09-DC834B6E1E3D}" type="parTrans" cxnId="{AB7C5882-B95E-46B2-8740-F91C71536089}">
      <dgm:prSet/>
      <dgm:spPr/>
      <dgm:t>
        <a:bodyPr/>
        <a:lstStyle/>
        <a:p>
          <a:endParaRPr lang="en-US"/>
        </a:p>
      </dgm:t>
    </dgm:pt>
    <dgm:pt modelId="{3035AEDC-F56E-4256-9763-79E53C0B7728}" type="sibTrans" cxnId="{AB7C5882-B95E-46B2-8740-F91C715360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94D8267-49B3-48FB-B9F8-37959244DC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Identify suspicious cloud actions (mass deletions, unauthorized downloads, permission changes).</a:t>
          </a:r>
          <a:endParaRPr lang="en-US"/>
        </a:p>
      </dgm:t>
    </dgm:pt>
    <dgm:pt modelId="{E22087C8-A0F2-453B-BEFB-1E68B91BA8C8}" type="parTrans" cxnId="{39C9FA40-0EDE-431F-8164-0AE5D64E181F}">
      <dgm:prSet/>
      <dgm:spPr/>
      <dgm:t>
        <a:bodyPr/>
        <a:lstStyle/>
        <a:p>
          <a:endParaRPr lang="en-US"/>
        </a:p>
      </dgm:t>
    </dgm:pt>
    <dgm:pt modelId="{6FB4AB88-60AC-4BB5-B011-BBB994C7E4A2}" type="sibTrans" cxnId="{39C9FA40-0EDE-431F-8164-0AE5D64E181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B2CFFC-F81B-4C74-AEB6-595E0EFA51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Output: cloud artifacts integrated into the timeline.</a:t>
          </a:r>
          <a:endParaRPr lang="en-US"/>
        </a:p>
      </dgm:t>
    </dgm:pt>
    <dgm:pt modelId="{41B9FFBA-F1D5-4670-8573-752056DE4902}" type="parTrans" cxnId="{0CDCA170-82BF-4F7C-941C-AAF107D4834A}">
      <dgm:prSet/>
      <dgm:spPr/>
      <dgm:t>
        <a:bodyPr/>
        <a:lstStyle/>
        <a:p>
          <a:endParaRPr lang="en-US"/>
        </a:p>
      </dgm:t>
    </dgm:pt>
    <dgm:pt modelId="{BBF8DDB3-8386-4A80-AD6B-31FED1C7A6E7}" type="sibTrans" cxnId="{0CDCA170-82BF-4F7C-941C-AAF107D4834A}">
      <dgm:prSet/>
      <dgm:spPr/>
      <dgm:t>
        <a:bodyPr/>
        <a:lstStyle/>
        <a:p>
          <a:endParaRPr lang="en-US"/>
        </a:p>
      </dgm:t>
    </dgm:pt>
    <dgm:pt modelId="{40DF7B7B-1DD6-442A-A1B5-B9B9A5B78F79}" type="pres">
      <dgm:prSet presAssocID="{E7888DEC-2B2A-4115-8F7A-18DD25FA0601}" presName="root" presStyleCnt="0">
        <dgm:presLayoutVars>
          <dgm:dir/>
          <dgm:resizeHandles val="exact"/>
        </dgm:presLayoutVars>
      </dgm:prSet>
      <dgm:spPr/>
    </dgm:pt>
    <dgm:pt modelId="{63DD3102-F1E4-4482-80F8-68C56C1E4D89}" type="pres">
      <dgm:prSet presAssocID="{E7888DEC-2B2A-4115-8F7A-18DD25FA0601}" presName="container" presStyleCnt="0">
        <dgm:presLayoutVars>
          <dgm:dir/>
          <dgm:resizeHandles val="exact"/>
        </dgm:presLayoutVars>
      </dgm:prSet>
      <dgm:spPr/>
    </dgm:pt>
    <dgm:pt modelId="{600087F6-0C54-479D-A19A-26276323A642}" type="pres">
      <dgm:prSet presAssocID="{A93DAB81-B059-4411-A296-63D980DF26B9}" presName="compNode" presStyleCnt="0"/>
      <dgm:spPr/>
    </dgm:pt>
    <dgm:pt modelId="{790FFE9B-3A55-47FA-9963-3A8C3B772060}" type="pres">
      <dgm:prSet presAssocID="{A93DAB81-B059-4411-A296-63D980DF26B9}" presName="iconBgRect" presStyleLbl="bgShp" presStyleIdx="0" presStyleCnt="4"/>
      <dgm:spPr/>
    </dgm:pt>
    <dgm:pt modelId="{151257A0-0611-43DE-BEB3-9DF82463A28A}" type="pres">
      <dgm:prSet presAssocID="{A93DAB81-B059-4411-A296-63D980DF26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262E264-F505-4FBB-9334-0F2B37E662C7}" type="pres">
      <dgm:prSet presAssocID="{A93DAB81-B059-4411-A296-63D980DF26B9}" presName="spaceRect" presStyleCnt="0"/>
      <dgm:spPr/>
    </dgm:pt>
    <dgm:pt modelId="{CD09A071-6CA3-4E21-BFCA-94C59BBDC858}" type="pres">
      <dgm:prSet presAssocID="{A93DAB81-B059-4411-A296-63D980DF26B9}" presName="textRect" presStyleLbl="revTx" presStyleIdx="0" presStyleCnt="4">
        <dgm:presLayoutVars>
          <dgm:chMax val="1"/>
          <dgm:chPref val="1"/>
        </dgm:presLayoutVars>
      </dgm:prSet>
      <dgm:spPr/>
    </dgm:pt>
    <dgm:pt modelId="{1C104116-5F47-4B15-8244-C9211CB52B1D}" type="pres">
      <dgm:prSet presAssocID="{C80E6999-760D-4F97-A9EF-3B9D51E3C451}" presName="sibTrans" presStyleLbl="sibTrans2D1" presStyleIdx="0" presStyleCnt="0"/>
      <dgm:spPr/>
    </dgm:pt>
    <dgm:pt modelId="{0AF91424-1AF1-4774-A472-6D5B15CCD722}" type="pres">
      <dgm:prSet presAssocID="{2EF799DC-7501-42A4-B132-9F116A09D267}" presName="compNode" presStyleCnt="0"/>
      <dgm:spPr/>
    </dgm:pt>
    <dgm:pt modelId="{C1F13C20-8FBC-443A-BA65-36C55ED33437}" type="pres">
      <dgm:prSet presAssocID="{2EF799DC-7501-42A4-B132-9F116A09D267}" presName="iconBgRect" presStyleLbl="bgShp" presStyleIdx="1" presStyleCnt="4"/>
      <dgm:spPr/>
    </dgm:pt>
    <dgm:pt modelId="{190A5A3F-C2AB-43EF-A0AA-857888EDB6DE}" type="pres">
      <dgm:prSet presAssocID="{2EF799DC-7501-42A4-B132-9F116A09D2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527ADA5-EFB6-44F3-BE3C-E383A34FC72D}" type="pres">
      <dgm:prSet presAssocID="{2EF799DC-7501-42A4-B132-9F116A09D267}" presName="spaceRect" presStyleCnt="0"/>
      <dgm:spPr/>
    </dgm:pt>
    <dgm:pt modelId="{52321E8D-B8B0-41D6-A510-A33D282F7DCF}" type="pres">
      <dgm:prSet presAssocID="{2EF799DC-7501-42A4-B132-9F116A09D267}" presName="textRect" presStyleLbl="revTx" presStyleIdx="1" presStyleCnt="4">
        <dgm:presLayoutVars>
          <dgm:chMax val="1"/>
          <dgm:chPref val="1"/>
        </dgm:presLayoutVars>
      </dgm:prSet>
      <dgm:spPr/>
    </dgm:pt>
    <dgm:pt modelId="{0CEF315D-AE3A-4222-B4D6-BFDCD158CDFD}" type="pres">
      <dgm:prSet presAssocID="{3035AEDC-F56E-4256-9763-79E53C0B7728}" presName="sibTrans" presStyleLbl="sibTrans2D1" presStyleIdx="0" presStyleCnt="0"/>
      <dgm:spPr/>
    </dgm:pt>
    <dgm:pt modelId="{CE24B4E7-AC0D-45CC-91E7-E2F43D506F1B}" type="pres">
      <dgm:prSet presAssocID="{C94D8267-49B3-48FB-B9F8-37959244DC4A}" presName="compNode" presStyleCnt="0"/>
      <dgm:spPr/>
    </dgm:pt>
    <dgm:pt modelId="{5C36D1D9-904B-45E6-A520-25E67D6F62B2}" type="pres">
      <dgm:prSet presAssocID="{C94D8267-49B3-48FB-B9F8-37959244DC4A}" presName="iconBgRect" presStyleLbl="bgShp" presStyleIdx="2" presStyleCnt="4"/>
      <dgm:spPr/>
    </dgm:pt>
    <dgm:pt modelId="{622D965F-6AF7-4E1D-8E56-136128DF2037}" type="pres">
      <dgm:prSet presAssocID="{C94D8267-49B3-48FB-B9F8-37959244DC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B3D4ECC-02A2-4045-BFC9-F5D054DCDBA5}" type="pres">
      <dgm:prSet presAssocID="{C94D8267-49B3-48FB-B9F8-37959244DC4A}" presName="spaceRect" presStyleCnt="0"/>
      <dgm:spPr/>
    </dgm:pt>
    <dgm:pt modelId="{380A24E8-646A-4941-9197-C6B80432D7BB}" type="pres">
      <dgm:prSet presAssocID="{C94D8267-49B3-48FB-B9F8-37959244DC4A}" presName="textRect" presStyleLbl="revTx" presStyleIdx="2" presStyleCnt="4">
        <dgm:presLayoutVars>
          <dgm:chMax val="1"/>
          <dgm:chPref val="1"/>
        </dgm:presLayoutVars>
      </dgm:prSet>
      <dgm:spPr/>
    </dgm:pt>
    <dgm:pt modelId="{2D343D20-18F9-4EF6-A27B-C8D32F340F7E}" type="pres">
      <dgm:prSet presAssocID="{6FB4AB88-60AC-4BB5-B011-BBB994C7E4A2}" presName="sibTrans" presStyleLbl="sibTrans2D1" presStyleIdx="0" presStyleCnt="0"/>
      <dgm:spPr/>
    </dgm:pt>
    <dgm:pt modelId="{5D63B05D-093B-4020-88D8-037BC103ACBE}" type="pres">
      <dgm:prSet presAssocID="{79B2CFFC-F81B-4C74-AEB6-595E0EFA5165}" presName="compNode" presStyleCnt="0"/>
      <dgm:spPr/>
    </dgm:pt>
    <dgm:pt modelId="{7BD75F69-0751-4350-A88D-C933EC1A62D5}" type="pres">
      <dgm:prSet presAssocID="{79B2CFFC-F81B-4C74-AEB6-595E0EFA5165}" presName="iconBgRect" presStyleLbl="bgShp" presStyleIdx="3" presStyleCnt="4"/>
      <dgm:spPr/>
    </dgm:pt>
    <dgm:pt modelId="{27F7A353-0B82-442B-8838-4F87AF0FA6F4}" type="pres">
      <dgm:prSet presAssocID="{79B2CFFC-F81B-4C74-AEB6-595E0EFA516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AA9EB7A2-08A9-44DA-A990-0328B6E16190}" type="pres">
      <dgm:prSet presAssocID="{79B2CFFC-F81B-4C74-AEB6-595E0EFA5165}" presName="spaceRect" presStyleCnt="0"/>
      <dgm:spPr/>
    </dgm:pt>
    <dgm:pt modelId="{E7E464EE-D753-4227-887A-99A2A0682804}" type="pres">
      <dgm:prSet presAssocID="{79B2CFFC-F81B-4C74-AEB6-595E0EFA516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7F8D322-CA1B-41F2-898E-EFFC9A88E966}" type="presOf" srcId="{E7888DEC-2B2A-4115-8F7A-18DD25FA0601}" destId="{40DF7B7B-1DD6-442A-A1B5-B9B9A5B78F79}" srcOrd="0" destOrd="0" presId="urn:microsoft.com/office/officeart/2018/2/layout/IconCircleList"/>
    <dgm:cxn modelId="{6A430836-2B0E-423B-A645-0BB5C362CE0E}" type="presOf" srcId="{6FB4AB88-60AC-4BB5-B011-BBB994C7E4A2}" destId="{2D343D20-18F9-4EF6-A27B-C8D32F340F7E}" srcOrd="0" destOrd="0" presId="urn:microsoft.com/office/officeart/2018/2/layout/IconCircleList"/>
    <dgm:cxn modelId="{3E2A933C-1177-4964-AB12-15DEC90B55DD}" type="presOf" srcId="{C94D8267-49B3-48FB-B9F8-37959244DC4A}" destId="{380A24E8-646A-4941-9197-C6B80432D7BB}" srcOrd="0" destOrd="0" presId="urn:microsoft.com/office/officeart/2018/2/layout/IconCircleList"/>
    <dgm:cxn modelId="{39C9FA40-0EDE-431F-8164-0AE5D64E181F}" srcId="{E7888DEC-2B2A-4115-8F7A-18DD25FA0601}" destId="{C94D8267-49B3-48FB-B9F8-37959244DC4A}" srcOrd="2" destOrd="0" parTransId="{E22087C8-A0F2-453B-BEFB-1E68B91BA8C8}" sibTransId="{6FB4AB88-60AC-4BB5-B011-BBB994C7E4A2}"/>
    <dgm:cxn modelId="{DEC03970-1C62-46FE-BA9C-AE7F9B3DF047}" srcId="{E7888DEC-2B2A-4115-8F7A-18DD25FA0601}" destId="{A93DAB81-B059-4411-A296-63D980DF26B9}" srcOrd="0" destOrd="0" parTransId="{16D80CA3-1063-4AA7-BB52-82189AC91AC7}" sibTransId="{C80E6999-760D-4F97-A9EF-3B9D51E3C451}"/>
    <dgm:cxn modelId="{0CDCA170-82BF-4F7C-941C-AAF107D4834A}" srcId="{E7888DEC-2B2A-4115-8F7A-18DD25FA0601}" destId="{79B2CFFC-F81B-4C74-AEB6-595E0EFA5165}" srcOrd="3" destOrd="0" parTransId="{41B9FFBA-F1D5-4670-8573-752056DE4902}" sibTransId="{BBF8DDB3-8386-4A80-AD6B-31FED1C7A6E7}"/>
    <dgm:cxn modelId="{AB7C5882-B95E-46B2-8740-F91C71536089}" srcId="{E7888DEC-2B2A-4115-8F7A-18DD25FA0601}" destId="{2EF799DC-7501-42A4-B132-9F116A09D267}" srcOrd="1" destOrd="0" parTransId="{09D7388F-557F-4BB2-9E09-DC834B6E1E3D}" sibTransId="{3035AEDC-F56E-4256-9763-79E53C0B7728}"/>
    <dgm:cxn modelId="{6133A983-0C60-4ECE-9F1B-7D9823681582}" type="presOf" srcId="{A93DAB81-B059-4411-A296-63D980DF26B9}" destId="{CD09A071-6CA3-4E21-BFCA-94C59BBDC858}" srcOrd="0" destOrd="0" presId="urn:microsoft.com/office/officeart/2018/2/layout/IconCircleList"/>
    <dgm:cxn modelId="{8CE3A6A4-BFA3-437B-AA5C-7F56ACE92A89}" type="presOf" srcId="{C80E6999-760D-4F97-A9EF-3B9D51E3C451}" destId="{1C104116-5F47-4B15-8244-C9211CB52B1D}" srcOrd="0" destOrd="0" presId="urn:microsoft.com/office/officeart/2018/2/layout/IconCircleList"/>
    <dgm:cxn modelId="{68CC97C0-2BD7-4793-886A-AE42AD4CF621}" type="presOf" srcId="{3035AEDC-F56E-4256-9763-79E53C0B7728}" destId="{0CEF315D-AE3A-4222-B4D6-BFDCD158CDFD}" srcOrd="0" destOrd="0" presId="urn:microsoft.com/office/officeart/2018/2/layout/IconCircleList"/>
    <dgm:cxn modelId="{60DCB4CF-4E81-4F5B-887C-968A9A066FFE}" type="presOf" srcId="{79B2CFFC-F81B-4C74-AEB6-595E0EFA5165}" destId="{E7E464EE-D753-4227-887A-99A2A0682804}" srcOrd="0" destOrd="0" presId="urn:microsoft.com/office/officeart/2018/2/layout/IconCircleList"/>
    <dgm:cxn modelId="{CDF3E3FF-6110-4E96-A907-CE1ECD3958F5}" type="presOf" srcId="{2EF799DC-7501-42A4-B132-9F116A09D267}" destId="{52321E8D-B8B0-41D6-A510-A33D282F7DCF}" srcOrd="0" destOrd="0" presId="urn:microsoft.com/office/officeart/2018/2/layout/IconCircleList"/>
    <dgm:cxn modelId="{32FE5ECD-DA67-46E1-B13F-1C960BFD8728}" type="presParOf" srcId="{40DF7B7B-1DD6-442A-A1B5-B9B9A5B78F79}" destId="{63DD3102-F1E4-4482-80F8-68C56C1E4D89}" srcOrd="0" destOrd="0" presId="urn:microsoft.com/office/officeart/2018/2/layout/IconCircleList"/>
    <dgm:cxn modelId="{5D4C75C2-2672-4441-A6F2-8B95EACA959A}" type="presParOf" srcId="{63DD3102-F1E4-4482-80F8-68C56C1E4D89}" destId="{600087F6-0C54-479D-A19A-26276323A642}" srcOrd="0" destOrd="0" presId="urn:microsoft.com/office/officeart/2018/2/layout/IconCircleList"/>
    <dgm:cxn modelId="{4FEDA719-C5D8-4F5A-90E3-D8B3D06F5871}" type="presParOf" srcId="{600087F6-0C54-479D-A19A-26276323A642}" destId="{790FFE9B-3A55-47FA-9963-3A8C3B772060}" srcOrd="0" destOrd="0" presId="urn:microsoft.com/office/officeart/2018/2/layout/IconCircleList"/>
    <dgm:cxn modelId="{73372922-7A64-4722-8959-625DD229C019}" type="presParOf" srcId="{600087F6-0C54-479D-A19A-26276323A642}" destId="{151257A0-0611-43DE-BEB3-9DF82463A28A}" srcOrd="1" destOrd="0" presId="urn:microsoft.com/office/officeart/2018/2/layout/IconCircleList"/>
    <dgm:cxn modelId="{0B6DF2FB-C42A-4289-AA53-1D5C55876316}" type="presParOf" srcId="{600087F6-0C54-479D-A19A-26276323A642}" destId="{3262E264-F505-4FBB-9334-0F2B37E662C7}" srcOrd="2" destOrd="0" presId="urn:microsoft.com/office/officeart/2018/2/layout/IconCircleList"/>
    <dgm:cxn modelId="{376C6B52-7300-4827-94AC-485BC97B5701}" type="presParOf" srcId="{600087F6-0C54-479D-A19A-26276323A642}" destId="{CD09A071-6CA3-4E21-BFCA-94C59BBDC858}" srcOrd="3" destOrd="0" presId="urn:microsoft.com/office/officeart/2018/2/layout/IconCircleList"/>
    <dgm:cxn modelId="{3061C040-B5FE-4237-A173-37972B7030B2}" type="presParOf" srcId="{63DD3102-F1E4-4482-80F8-68C56C1E4D89}" destId="{1C104116-5F47-4B15-8244-C9211CB52B1D}" srcOrd="1" destOrd="0" presId="urn:microsoft.com/office/officeart/2018/2/layout/IconCircleList"/>
    <dgm:cxn modelId="{A6BD1F52-1500-44A3-AC12-B4561C3DFC65}" type="presParOf" srcId="{63DD3102-F1E4-4482-80F8-68C56C1E4D89}" destId="{0AF91424-1AF1-4774-A472-6D5B15CCD722}" srcOrd="2" destOrd="0" presId="urn:microsoft.com/office/officeart/2018/2/layout/IconCircleList"/>
    <dgm:cxn modelId="{40A9EAB3-EFB5-493E-A301-893501EC5923}" type="presParOf" srcId="{0AF91424-1AF1-4774-A472-6D5B15CCD722}" destId="{C1F13C20-8FBC-443A-BA65-36C55ED33437}" srcOrd="0" destOrd="0" presId="urn:microsoft.com/office/officeart/2018/2/layout/IconCircleList"/>
    <dgm:cxn modelId="{39BAB995-69FC-4F31-8754-438FFDF58858}" type="presParOf" srcId="{0AF91424-1AF1-4774-A472-6D5B15CCD722}" destId="{190A5A3F-C2AB-43EF-A0AA-857888EDB6DE}" srcOrd="1" destOrd="0" presId="urn:microsoft.com/office/officeart/2018/2/layout/IconCircleList"/>
    <dgm:cxn modelId="{C2AB864E-5F81-40AA-903A-086B7C2E1812}" type="presParOf" srcId="{0AF91424-1AF1-4774-A472-6D5B15CCD722}" destId="{8527ADA5-EFB6-44F3-BE3C-E383A34FC72D}" srcOrd="2" destOrd="0" presId="urn:microsoft.com/office/officeart/2018/2/layout/IconCircleList"/>
    <dgm:cxn modelId="{400A71FA-1551-49F0-B625-498A03BFE738}" type="presParOf" srcId="{0AF91424-1AF1-4774-A472-6D5B15CCD722}" destId="{52321E8D-B8B0-41D6-A510-A33D282F7DCF}" srcOrd="3" destOrd="0" presId="urn:microsoft.com/office/officeart/2018/2/layout/IconCircleList"/>
    <dgm:cxn modelId="{E02172FE-31DB-4239-810C-DF2328972C1B}" type="presParOf" srcId="{63DD3102-F1E4-4482-80F8-68C56C1E4D89}" destId="{0CEF315D-AE3A-4222-B4D6-BFDCD158CDFD}" srcOrd="3" destOrd="0" presId="urn:microsoft.com/office/officeart/2018/2/layout/IconCircleList"/>
    <dgm:cxn modelId="{EA3DBF6F-5C1A-4401-A68A-05565F719C89}" type="presParOf" srcId="{63DD3102-F1E4-4482-80F8-68C56C1E4D89}" destId="{CE24B4E7-AC0D-45CC-91E7-E2F43D506F1B}" srcOrd="4" destOrd="0" presId="urn:microsoft.com/office/officeart/2018/2/layout/IconCircleList"/>
    <dgm:cxn modelId="{26F2BF69-73B6-4E39-959D-A2C2529DBBCA}" type="presParOf" srcId="{CE24B4E7-AC0D-45CC-91E7-E2F43D506F1B}" destId="{5C36D1D9-904B-45E6-A520-25E67D6F62B2}" srcOrd="0" destOrd="0" presId="urn:microsoft.com/office/officeart/2018/2/layout/IconCircleList"/>
    <dgm:cxn modelId="{919D979D-9274-4309-A9BC-8B91BE6C1292}" type="presParOf" srcId="{CE24B4E7-AC0D-45CC-91E7-E2F43D506F1B}" destId="{622D965F-6AF7-4E1D-8E56-136128DF2037}" srcOrd="1" destOrd="0" presId="urn:microsoft.com/office/officeart/2018/2/layout/IconCircleList"/>
    <dgm:cxn modelId="{9A7A02E8-6C69-4D0D-AF15-1A38429FFD9D}" type="presParOf" srcId="{CE24B4E7-AC0D-45CC-91E7-E2F43D506F1B}" destId="{EB3D4ECC-02A2-4045-BFC9-F5D054DCDBA5}" srcOrd="2" destOrd="0" presId="urn:microsoft.com/office/officeart/2018/2/layout/IconCircleList"/>
    <dgm:cxn modelId="{1CB60795-2084-4A6E-BC20-11A8F090A284}" type="presParOf" srcId="{CE24B4E7-AC0D-45CC-91E7-E2F43D506F1B}" destId="{380A24E8-646A-4941-9197-C6B80432D7BB}" srcOrd="3" destOrd="0" presId="urn:microsoft.com/office/officeart/2018/2/layout/IconCircleList"/>
    <dgm:cxn modelId="{046417B8-9F41-4885-AD56-A339197155F8}" type="presParOf" srcId="{63DD3102-F1E4-4482-80F8-68C56C1E4D89}" destId="{2D343D20-18F9-4EF6-A27B-C8D32F340F7E}" srcOrd="5" destOrd="0" presId="urn:microsoft.com/office/officeart/2018/2/layout/IconCircleList"/>
    <dgm:cxn modelId="{1CC10648-F0BA-4EA6-B68A-8FC6D2006EDB}" type="presParOf" srcId="{63DD3102-F1E4-4482-80F8-68C56C1E4D89}" destId="{5D63B05D-093B-4020-88D8-037BC103ACBE}" srcOrd="6" destOrd="0" presId="urn:microsoft.com/office/officeart/2018/2/layout/IconCircleList"/>
    <dgm:cxn modelId="{484BAD3F-0BB3-4684-A05A-419E3C22B7A8}" type="presParOf" srcId="{5D63B05D-093B-4020-88D8-037BC103ACBE}" destId="{7BD75F69-0751-4350-A88D-C933EC1A62D5}" srcOrd="0" destOrd="0" presId="urn:microsoft.com/office/officeart/2018/2/layout/IconCircleList"/>
    <dgm:cxn modelId="{24A882DE-DB0F-4491-A22E-2A5E49126969}" type="presParOf" srcId="{5D63B05D-093B-4020-88D8-037BC103ACBE}" destId="{27F7A353-0B82-442B-8838-4F87AF0FA6F4}" srcOrd="1" destOrd="0" presId="urn:microsoft.com/office/officeart/2018/2/layout/IconCircleList"/>
    <dgm:cxn modelId="{CAD666B1-7378-4AC8-BE71-022CA3DBBCD7}" type="presParOf" srcId="{5D63B05D-093B-4020-88D8-037BC103ACBE}" destId="{AA9EB7A2-08A9-44DA-A990-0328B6E16190}" srcOrd="2" destOrd="0" presId="urn:microsoft.com/office/officeart/2018/2/layout/IconCircleList"/>
    <dgm:cxn modelId="{1AB704CA-8326-4FFE-A6A2-446FBFB39DC3}" type="presParOf" srcId="{5D63B05D-093B-4020-88D8-037BC103ACBE}" destId="{E7E464EE-D753-4227-887A-99A2A068280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588AE82-55CB-48D4-AAC4-4EC315A487A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D549F9-514F-4BA6-9301-1BBCAA603E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Web frontend (Streamlit or Flask) to show timeline, IOC table, and visual correlation graphs.</a:t>
          </a:r>
          <a:endParaRPr lang="en-US"/>
        </a:p>
      </dgm:t>
    </dgm:pt>
    <dgm:pt modelId="{93E9A4BF-D1F9-4378-83EB-3EB64A5777E9}" type="parTrans" cxnId="{15298878-ED91-42B5-8651-32CAD036F8AF}">
      <dgm:prSet/>
      <dgm:spPr/>
      <dgm:t>
        <a:bodyPr/>
        <a:lstStyle/>
        <a:p>
          <a:endParaRPr lang="en-US"/>
        </a:p>
      </dgm:t>
    </dgm:pt>
    <dgm:pt modelId="{92D3B0F3-4A4B-4317-AAA4-83D3A00FD023}" type="sibTrans" cxnId="{15298878-ED91-42B5-8651-32CAD036F8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32B4A9-B9B4-4D08-9C12-7FE53338B4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Automated PDF/HTML report generator with chain-of-evidence, hashes, and recommended next steps.</a:t>
          </a:r>
          <a:endParaRPr lang="en-US"/>
        </a:p>
      </dgm:t>
    </dgm:pt>
    <dgm:pt modelId="{C5F70429-56CD-4555-BB9E-4493A26E8887}" type="parTrans" cxnId="{5223F0AD-2569-4E03-91D8-5EA9E04BAC16}">
      <dgm:prSet/>
      <dgm:spPr/>
      <dgm:t>
        <a:bodyPr/>
        <a:lstStyle/>
        <a:p>
          <a:endParaRPr lang="en-US"/>
        </a:p>
      </dgm:t>
    </dgm:pt>
    <dgm:pt modelId="{98262F48-5105-499C-8CC5-E3AEA80A3C32}" type="sibTrans" cxnId="{5223F0AD-2569-4E03-91D8-5EA9E04BAC16}">
      <dgm:prSet/>
      <dgm:spPr/>
      <dgm:t>
        <a:bodyPr/>
        <a:lstStyle/>
        <a:p>
          <a:endParaRPr lang="en-US"/>
        </a:p>
      </dgm:t>
    </dgm:pt>
    <dgm:pt modelId="{62F87339-70F9-4DE3-99EF-6FF9D66BA9C8}" type="pres">
      <dgm:prSet presAssocID="{7588AE82-55CB-48D4-AAC4-4EC315A487AA}" presName="root" presStyleCnt="0">
        <dgm:presLayoutVars>
          <dgm:dir/>
          <dgm:resizeHandles val="exact"/>
        </dgm:presLayoutVars>
      </dgm:prSet>
      <dgm:spPr/>
    </dgm:pt>
    <dgm:pt modelId="{9E32AD3A-7F4D-4685-8238-64508736405E}" type="pres">
      <dgm:prSet presAssocID="{7588AE82-55CB-48D4-AAC4-4EC315A487AA}" presName="container" presStyleCnt="0">
        <dgm:presLayoutVars>
          <dgm:dir/>
          <dgm:resizeHandles val="exact"/>
        </dgm:presLayoutVars>
      </dgm:prSet>
      <dgm:spPr/>
    </dgm:pt>
    <dgm:pt modelId="{DC14AA5E-67C0-4AF1-8FF7-30D2F103648F}" type="pres">
      <dgm:prSet presAssocID="{A1D549F9-514F-4BA6-9301-1BBCAA603EF3}" presName="compNode" presStyleCnt="0"/>
      <dgm:spPr/>
    </dgm:pt>
    <dgm:pt modelId="{F4DA2129-5BD5-4FDA-8897-50FF1FBF6940}" type="pres">
      <dgm:prSet presAssocID="{A1D549F9-514F-4BA6-9301-1BBCAA603EF3}" presName="iconBgRect" presStyleLbl="bgShp" presStyleIdx="0" presStyleCnt="2"/>
      <dgm:spPr/>
    </dgm:pt>
    <dgm:pt modelId="{90676C72-D346-497E-956D-A8D2E724715E}" type="pres">
      <dgm:prSet presAssocID="{A1D549F9-514F-4BA6-9301-1BBCAA603EF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011F3451-7CB6-4190-BC26-F091A265A487}" type="pres">
      <dgm:prSet presAssocID="{A1D549F9-514F-4BA6-9301-1BBCAA603EF3}" presName="spaceRect" presStyleCnt="0"/>
      <dgm:spPr/>
    </dgm:pt>
    <dgm:pt modelId="{71654D69-8F52-459C-8FE3-5AD914DA7A59}" type="pres">
      <dgm:prSet presAssocID="{A1D549F9-514F-4BA6-9301-1BBCAA603EF3}" presName="textRect" presStyleLbl="revTx" presStyleIdx="0" presStyleCnt="2">
        <dgm:presLayoutVars>
          <dgm:chMax val="1"/>
          <dgm:chPref val="1"/>
        </dgm:presLayoutVars>
      </dgm:prSet>
      <dgm:spPr/>
    </dgm:pt>
    <dgm:pt modelId="{A3666E86-FDFA-4010-8792-126595E9EB77}" type="pres">
      <dgm:prSet presAssocID="{92D3B0F3-4A4B-4317-AAA4-83D3A00FD023}" presName="sibTrans" presStyleLbl="sibTrans2D1" presStyleIdx="0" presStyleCnt="0"/>
      <dgm:spPr/>
    </dgm:pt>
    <dgm:pt modelId="{A4692A24-4428-40BD-BB71-A2F286D2CF87}" type="pres">
      <dgm:prSet presAssocID="{EA32B4A9-B9B4-4D08-9C12-7FE53338B4A2}" presName="compNode" presStyleCnt="0"/>
      <dgm:spPr/>
    </dgm:pt>
    <dgm:pt modelId="{28BA373C-E853-4892-8BF9-F47E6A5905A1}" type="pres">
      <dgm:prSet presAssocID="{EA32B4A9-B9B4-4D08-9C12-7FE53338B4A2}" presName="iconBgRect" presStyleLbl="bgShp" presStyleIdx="1" presStyleCnt="2"/>
      <dgm:spPr/>
    </dgm:pt>
    <dgm:pt modelId="{6C23FC66-4702-4444-BA78-9904AF82CA84}" type="pres">
      <dgm:prSet presAssocID="{EA32B4A9-B9B4-4D08-9C12-7FE53338B4A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A5604E5-AF62-4373-89DE-C0A08AC790F6}" type="pres">
      <dgm:prSet presAssocID="{EA32B4A9-B9B4-4D08-9C12-7FE53338B4A2}" presName="spaceRect" presStyleCnt="0"/>
      <dgm:spPr/>
    </dgm:pt>
    <dgm:pt modelId="{D4729D72-4A85-49A5-ADD9-FBCE206470F3}" type="pres">
      <dgm:prSet presAssocID="{EA32B4A9-B9B4-4D08-9C12-7FE53338B4A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24A2714-45B6-47D1-BD38-673C414BB502}" type="presOf" srcId="{A1D549F9-514F-4BA6-9301-1BBCAA603EF3}" destId="{71654D69-8F52-459C-8FE3-5AD914DA7A59}" srcOrd="0" destOrd="0" presId="urn:microsoft.com/office/officeart/2018/2/layout/IconCircleList"/>
    <dgm:cxn modelId="{15298878-ED91-42B5-8651-32CAD036F8AF}" srcId="{7588AE82-55CB-48D4-AAC4-4EC315A487AA}" destId="{A1D549F9-514F-4BA6-9301-1BBCAA603EF3}" srcOrd="0" destOrd="0" parTransId="{93E9A4BF-D1F9-4378-83EB-3EB64A5777E9}" sibTransId="{92D3B0F3-4A4B-4317-AAA4-83D3A00FD023}"/>
    <dgm:cxn modelId="{192827A1-5CC6-4F3B-A6AB-71730F496D53}" type="presOf" srcId="{EA32B4A9-B9B4-4D08-9C12-7FE53338B4A2}" destId="{D4729D72-4A85-49A5-ADD9-FBCE206470F3}" srcOrd="0" destOrd="0" presId="urn:microsoft.com/office/officeart/2018/2/layout/IconCircleList"/>
    <dgm:cxn modelId="{5223F0AD-2569-4E03-91D8-5EA9E04BAC16}" srcId="{7588AE82-55CB-48D4-AAC4-4EC315A487AA}" destId="{EA32B4A9-B9B4-4D08-9C12-7FE53338B4A2}" srcOrd="1" destOrd="0" parTransId="{C5F70429-56CD-4555-BB9E-4493A26E8887}" sibTransId="{98262F48-5105-499C-8CC5-E3AEA80A3C32}"/>
    <dgm:cxn modelId="{9DB4B2B3-6DFF-43B9-9E0B-8EFB2BC25911}" type="presOf" srcId="{92D3B0F3-4A4B-4317-AAA4-83D3A00FD023}" destId="{A3666E86-FDFA-4010-8792-126595E9EB77}" srcOrd="0" destOrd="0" presId="urn:microsoft.com/office/officeart/2018/2/layout/IconCircleList"/>
    <dgm:cxn modelId="{E6373ABD-C719-4DFC-AC8D-B3FA063A812E}" type="presOf" srcId="{7588AE82-55CB-48D4-AAC4-4EC315A487AA}" destId="{62F87339-70F9-4DE3-99EF-6FF9D66BA9C8}" srcOrd="0" destOrd="0" presId="urn:microsoft.com/office/officeart/2018/2/layout/IconCircleList"/>
    <dgm:cxn modelId="{EDF0F811-EB58-4659-A127-B85A77FE55F5}" type="presParOf" srcId="{62F87339-70F9-4DE3-99EF-6FF9D66BA9C8}" destId="{9E32AD3A-7F4D-4685-8238-64508736405E}" srcOrd="0" destOrd="0" presId="urn:microsoft.com/office/officeart/2018/2/layout/IconCircleList"/>
    <dgm:cxn modelId="{C6208BE0-5AB4-4769-AD85-0F8F62777B9B}" type="presParOf" srcId="{9E32AD3A-7F4D-4685-8238-64508736405E}" destId="{DC14AA5E-67C0-4AF1-8FF7-30D2F103648F}" srcOrd="0" destOrd="0" presId="urn:microsoft.com/office/officeart/2018/2/layout/IconCircleList"/>
    <dgm:cxn modelId="{13392052-2932-4656-BB67-D88BC96EDBBF}" type="presParOf" srcId="{DC14AA5E-67C0-4AF1-8FF7-30D2F103648F}" destId="{F4DA2129-5BD5-4FDA-8897-50FF1FBF6940}" srcOrd="0" destOrd="0" presId="urn:microsoft.com/office/officeart/2018/2/layout/IconCircleList"/>
    <dgm:cxn modelId="{98DE9E6B-237A-44C5-AE72-C9BC07EA8A47}" type="presParOf" srcId="{DC14AA5E-67C0-4AF1-8FF7-30D2F103648F}" destId="{90676C72-D346-497E-956D-A8D2E724715E}" srcOrd="1" destOrd="0" presId="urn:microsoft.com/office/officeart/2018/2/layout/IconCircleList"/>
    <dgm:cxn modelId="{C00FE32B-3F9B-4964-948C-4F544CA3B3A3}" type="presParOf" srcId="{DC14AA5E-67C0-4AF1-8FF7-30D2F103648F}" destId="{011F3451-7CB6-4190-BC26-F091A265A487}" srcOrd="2" destOrd="0" presId="urn:microsoft.com/office/officeart/2018/2/layout/IconCircleList"/>
    <dgm:cxn modelId="{7ADEE348-422D-4C88-8D26-33D7C65D15C8}" type="presParOf" srcId="{DC14AA5E-67C0-4AF1-8FF7-30D2F103648F}" destId="{71654D69-8F52-459C-8FE3-5AD914DA7A59}" srcOrd="3" destOrd="0" presId="urn:microsoft.com/office/officeart/2018/2/layout/IconCircleList"/>
    <dgm:cxn modelId="{BC99E78C-A003-4726-BEE0-27D17D6747C5}" type="presParOf" srcId="{9E32AD3A-7F4D-4685-8238-64508736405E}" destId="{A3666E86-FDFA-4010-8792-126595E9EB77}" srcOrd="1" destOrd="0" presId="urn:microsoft.com/office/officeart/2018/2/layout/IconCircleList"/>
    <dgm:cxn modelId="{78409A6A-1F3D-4E20-9EA8-D9CE81F540B7}" type="presParOf" srcId="{9E32AD3A-7F4D-4685-8238-64508736405E}" destId="{A4692A24-4428-40BD-BB71-A2F286D2CF87}" srcOrd="2" destOrd="0" presId="urn:microsoft.com/office/officeart/2018/2/layout/IconCircleList"/>
    <dgm:cxn modelId="{70955E66-E484-4AB1-9508-D82841DB66D1}" type="presParOf" srcId="{A4692A24-4428-40BD-BB71-A2F286D2CF87}" destId="{28BA373C-E853-4892-8BF9-F47E6A5905A1}" srcOrd="0" destOrd="0" presId="urn:microsoft.com/office/officeart/2018/2/layout/IconCircleList"/>
    <dgm:cxn modelId="{8A450A96-746E-4303-AFDC-FE3BE40E00F5}" type="presParOf" srcId="{A4692A24-4428-40BD-BB71-A2F286D2CF87}" destId="{6C23FC66-4702-4444-BA78-9904AF82CA84}" srcOrd="1" destOrd="0" presId="urn:microsoft.com/office/officeart/2018/2/layout/IconCircleList"/>
    <dgm:cxn modelId="{EC6D2E7B-5BCC-4D1A-B7F4-B4FD6891B927}" type="presParOf" srcId="{A4692A24-4428-40BD-BB71-A2F286D2CF87}" destId="{2A5604E5-AF62-4373-89DE-C0A08AC790F6}" srcOrd="2" destOrd="0" presId="urn:microsoft.com/office/officeart/2018/2/layout/IconCircleList"/>
    <dgm:cxn modelId="{85678CA5-0503-49B8-83DA-0AFF71DF30ED}" type="presParOf" srcId="{A4692A24-4428-40BD-BB71-A2F286D2CF87}" destId="{D4729D72-4A85-49A5-ADD9-FBCE206470F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C00B619-407C-41C6-95CF-FAA7EB616C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A20672-FF6F-4F24-A8C0-5495FD8554AA}">
      <dgm:prSet/>
      <dgm:spPr/>
      <dgm:t>
        <a:bodyPr/>
        <a:lstStyle/>
        <a:p>
          <a:r>
            <a:rPr lang="en-US" b="1" i="0" baseline="0"/>
            <a:t>Language:</a:t>
          </a:r>
          <a:r>
            <a:rPr lang="en-US" b="0" i="0" baseline="0"/>
            <a:t> Python 3.x</a:t>
          </a:r>
          <a:endParaRPr lang="en-US"/>
        </a:p>
      </dgm:t>
    </dgm:pt>
    <dgm:pt modelId="{9A2CB49B-81C9-4671-A373-1093BF345057}" type="parTrans" cxnId="{6CD71E9A-613C-4EDB-BCD9-67EAAF267661}">
      <dgm:prSet/>
      <dgm:spPr/>
      <dgm:t>
        <a:bodyPr/>
        <a:lstStyle/>
        <a:p>
          <a:endParaRPr lang="en-US"/>
        </a:p>
      </dgm:t>
    </dgm:pt>
    <dgm:pt modelId="{60C29723-54A6-4F30-9971-AE23796EC0E6}" type="sibTrans" cxnId="{6CD71E9A-613C-4EDB-BCD9-67EAAF267661}">
      <dgm:prSet/>
      <dgm:spPr/>
      <dgm:t>
        <a:bodyPr/>
        <a:lstStyle/>
        <a:p>
          <a:endParaRPr lang="en-US"/>
        </a:p>
      </dgm:t>
    </dgm:pt>
    <dgm:pt modelId="{009E591E-C076-48C1-8726-83D4F0DD5964}">
      <dgm:prSet/>
      <dgm:spPr/>
      <dgm:t>
        <a:bodyPr/>
        <a:lstStyle/>
        <a:p>
          <a:r>
            <a:rPr lang="en-US" b="1" i="0" baseline="0"/>
            <a:t>Memory Forensics:</a:t>
          </a:r>
          <a:r>
            <a:rPr lang="en-US" b="0" i="0" baseline="0"/>
            <a:t> Volatility 3 (or Rekall if preferred), YARA</a:t>
          </a:r>
          <a:endParaRPr lang="en-US"/>
        </a:p>
      </dgm:t>
    </dgm:pt>
    <dgm:pt modelId="{0E0F626E-6BD9-4E0D-92D3-68C06515E073}" type="parTrans" cxnId="{D225A9DE-9DE9-4A09-ADFA-CC4B3787D920}">
      <dgm:prSet/>
      <dgm:spPr/>
      <dgm:t>
        <a:bodyPr/>
        <a:lstStyle/>
        <a:p>
          <a:endParaRPr lang="en-US"/>
        </a:p>
      </dgm:t>
    </dgm:pt>
    <dgm:pt modelId="{6B598184-2BA8-4423-9C98-512BE3EF7E2E}" type="sibTrans" cxnId="{D225A9DE-9DE9-4A09-ADFA-CC4B3787D920}">
      <dgm:prSet/>
      <dgm:spPr/>
      <dgm:t>
        <a:bodyPr/>
        <a:lstStyle/>
        <a:p>
          <a:endParaRPr lang="en-US"/>
        </a:p>
      </dgm:t>
    </dgm:pt>
    <dgm:pt modelId="{84E1B9B6-5E9A-4D23-968E-3127F8AAEF9A}">
      <dgm:prSet/>
      <dgm:spPr/>
      <dgm:t>
        <a:bodyPr/>
        <a:lstStyle/>
        <a:p>
          <a:r>
            <a:rPr lang="en-US" b="1" i="0" baseline="0"/>
            <a:t>Log storage &amp; search:</a:t>
          </a:r>
          <a:r>
            <a:rPr lang="en-US" b="0" i="0" baseline="0"/>
            <a:t> Elasticsearch + Kibana (optional) or local SQLite/JSON for prototype</a:t>
          </a:r>
          <a:endParaRPr lang="en-US"/>
        </a:p>
      </dgm:t>
    </dgm:pt>
    <dgm:pt modelId="{F180E2A5-DADD-4D0B-BCE4-19BA8B7CD92F}" type="parTrans" cxnId="{E1709731-0D87-4CEB-9072-99412F29F5A8}">
      <dgm:prSet/>
      <dgm:spPr/>
      <dgm:t>
        <a:bodyPr/>
        <a:lstStyle/>
        <a:p>
          <a:endParaRPr lang="en-US"/>
        </a:p>
      </dgm:t>
    </dgm:pt>
    <dgm:pt modelId="{5F16F403-438E-4367-B7CE-F04E3822F5E3}" type="sibTrans" cxnId="{E1709731-0D87-4CEB-9072-99412F29F5A8}">
      <dgm:prSet/>
      <dgm:spPr/>
      <dgm:t>
        <a:bodyPr/>
        <a:lstStyle/>
        <a:p>
          <a:endParaRPr lang="en-US"/>
        </a:p>
      </dgm:t>
    </dgm:pt>
    <dgm:pt modelId="{934CCB42-842B-4069-813B-F5C340F4095E}">
      <dgm:prSet/>
      <dgm:spPr/>
      <dgm:t>
        <a:bodyPr/>
        <a:lstStyle/>
        <a:p>
          <a:r>
            <a:rPr lang="en-US" b="1" i="0" baseline="0"/>
            <a:t>Graph/Correlation:</a:t>
          </a:r>
          <a:r>
            <a:rPr lang="en-US" b="0" i="0" baseline="0"/>
            <a:t> Neo4j (optional) or NetworkX for prototype graphs</a:t>
          </a:r>
          <a:endParaRPr lang="en-US"/>
        </a:p>
      </dgm:t>
    </dgm:pt>
    <dgm:pt modelId="{76A4BCA0-861B-4622-AA29-21BC49AE66DA}" type="parTrans" cxnId="{9BC383FD-6FF2-4260-AB1A-F1E2B024BC85}">
      <dgm:prSet/>
      <dgm:spPr/>
      <dgm:t>
        <a:bodyPr/>
        <a:lstStyle/>
        <a:p>
          <a:endParaRPr lang="en-US"/>
        </a:p>
      </dgm:t>
    </dgm:pt>
    <dgm:pt modelId="{66697EA5-5275-4B8D-8990-5AA8A6C15635}" type="sibTrans" cxnId="{9BC383FD-6FF2-4260-AB1A-F1E2B024BC85}">
      <dgm:prSet/>
      <dgm:spPr/>
      <dgm:t>
        <a:bodyPr/>
        <a:lstStyle/>
        <a:p>
          <a:endParaRPr lang="en-US"/>
        </a:p>
      </dgm:t>
    </dgm:pt>
    <dgm:pt modelId="{51EFF3F2-8D84-40AB-846F-C28246E62F15}">
      <dgm:prSet/>
      <dgm:spPr/>
      <dgm:t>
        <a:bodyPr/>
        <a:lstStyle/>
        <a:p>
          <a:r>
            <a:rPr lang="en-US" b="1" i="0" baseline="0"/>
            <a:t>Web Dashboard:</a:t>
          </a:r>
          <a:r>
            <a:rPr lang="en-US" b="0" i="0" baseline="0"/>
            <a:t> Streamlit or Flask</a:t>
          </a:r>
          <a:endParaRPr lang="en-US"/>
        </a:p>
      </dgm:t>
    </dgm:pt>
    <dgm:pt modelId="{4DF5B8C1-DBA3-4CA8-8E73-57583C21756D}" type="parTrans" cxnId="{3B92BF2C-38DF-4CEF-8641-87E8AB76B037}">
      <dgm:prSet/>
      <dgm:spPr/>
      <dgm:t>
        <a:bodyPr/>
        <a:lstStyle/>
        <a:p>
          <a:endParaRPr lang="en-US"/>
        </a:p>
      </dgm:t>
    </dgm:pt>
    <dgm:pt modelId="{59B593B5-97AF-40E4-9445-212E21FE1D2D}" type="sibTrans" cxnId="{3B92BF2C-38DF-4CEF-8641-87E8AB76B037}">
      <dgm:prSet/>
      <dgm:spPr/>
      <dgm:t>
        <a:bodyPr/>
        <a:lstStyle/>
        <a:p>
          <a:endParaRPr lang="en-US"/>
        </a:p>
      </dgm:t>
    </dgm:pt>
    <dgm:pt modelId="{21D62E70-0403-4063-97A6-28D7E33EF468}">
      <dgm:prSet/>
      <dgm:spPr/>
      <dgm:t>
        <a:bodyPr/>
        <a:lstStyle/>
        <a:p>
          <a:r>
            <a:rPr lang="en-US" b="1" i="0" baseline="0"/>
            <a:t>Cloud APIs:</a:t>
          </a:r>
          <a:r>
            <a:rPr lang="en-US" b="0" i="0" baseline="0"/>
            <a:t> Google Drive API, AWS S3 API, Microsoft Graph (OneDrive)</a:t>
          </a:r>
          <a:endParaRPr lang="en-US"/>
        </a:p>
      </dgm:t>
    </dgm:pt>
    <dgm:pt modelId="{A0F679D0-C968-4F3E-94B0-1B539CA8F760}" type="parTrans" cxnId="{4502F961-DA75-481A-B212-E7A568B18A2A}">
      <dgm:prSet/>
      <dgm:spPr/>
      <dgm:t>
        <a:bodyPr/>
        <a:lstStyle/>
        <a:p>
          <a:endParaRPr lang="en-US"/>
        </a:p>
      </dgm:t>
    </dgm:pt>
    <dgm:pt modelId="{C038FBA3-D6BD-4910-950E-6527A57D4BA3}" type="sibTrans" cxnId="{4502F961-DA75-481A-B212-E7A568B18A2A}">
      <dgm:prSet/>
      <dgm:spPr/>
      <dgm:t>
        <a:bodyPr/>
        <a:lstStyle/>
        <a:p>
          <a:endParaRPr lang="en-US"/>
        </a:p>
      </dgm:t>
    </dgm:pt>
    <dgm:pt modelId="{2A2234CE-1E5F-48C0-BFD4-09DB72F44BD3}">
      <dgm:prSet/>
      <dgm:spPr/>
      <dgm:t>
        <a:bodyPr/>
        <a:lstStyle/>
        <a:p>
          <a:r>
            <a:rPr lang="en-US" b="1" i="0" baseline="0"/>
            <a:t>Utilities:</a:t>
          </a:r>
          <a:r>
            <a:rPr lang="en-US" b="0" i="0" baseline="0"/>
            <a:t> Watchdog (file monitoring), hashlib (Python), ReportLab or WeasyPrint for PDFs</a:t>
          </a:r>
          <a:endParaRPr lang="en-US"/>
        </a:p>
      </dgm:t>
    </dgm:pt>
    <dgm:pt modelId="{7612C224-D425-4C0F-9405-A257183EBB0D}" type="parTrans" cxnId="{DCECA805-1256-4AFD-8C98-C4DBAA3DF5FD}">
      <dgm:prSet/>
      <dgm:spPr/>
      <dgm:t>
        <a:bodyPr/>
        <a:lstStyle/>
        <a:p>
          <a:endParaRPr lang="en-US"/>
        </a:p>
      </dgm:t>
    </dgm:pt>
    <dgm:pt modelId="{7B3B27BA-C379-4149-9D4D-CAE011D168E3}" type="sibTrans" cxnId="{DCECA805-1256-4AFD-8C98-C4DBAA3DF5FD}">
      <dgm:prSet/>
      <dgm:spPr/>
      <dgm:t>
        <a:bodyPr/>
        <a:lstStyle/>
        <a:p>
          <a:endParaRPr lang="en-US"/>
        </a:p>
      </dgm:t>
    </dgm:pt>
    <dgm:pt modelId="{D1121C50-CA7B-41A6-A371-1189725ADD86}" type="pres">
      <dgm:prSet presAssocID="{FC00B619-407C-41C6-95CF-FAA7EB616CCE}" presName="diagram" presStyleCnt="0">
        <dgm:presLayoutVars>
          <dgm:dir/>
          <dgm:resizeHandles val="exact"/>
        </dgm:presLayoutVars>
      </dgm:prSet>
      <dgm:spPr/>
    </dgm:pt>
    <dgm:pt modelId="{E2DEB7DE-A49B-4868-8280-1FAAD22365C3}" type="pres">
      <dgm:prSet presAssocID="{9CA20672-FF6F-4F24-A8C0-5495FD8554AA}" presName="node" presStyleLbl="node1" presStyleIdx="0" presStyleCnt="7">
        <dgm:presLayoutVars>
          <dgm:bulletEnabled val="1"/>
        </dgm:presLayoutVars>
      </dgm:prSet>
      <dgm:spPr/>
    </dgm:pt>
    <dgm:pt modelId="{3B98EC87-808A-4156-91C6-F3C58E6C0452}" type="pres">
      <dgm:prSet presAssocID="{60C29723-54A6-4F30-9971-AE23796EC0E6}" presName="sibTrans" presStyleCnt="0"/>
      <dgm:spPr/>
    </dgm:pt>
    <dgm:pt modelId="{A93CD1AC-FBDA-4801-B8F4-E04C28934DFC}" type="pres">
      <dgm:prSet presAssocID="{009E591E-C076-48C1-8726-83D4F0DD5964}" presName="node" presStyleLbl="node1" presStyleIdx="1" presStyleCnt="7">
        <dgm:presLayoutVars>
          <dgm:bulletEnabled val="1"/>
        </dgm:presLayoutVars>
      </dgm:prSet>
      <dgm:spPr/>
    </dgm:pt>
    <dgm:pt modelId="{1FDDC997-838F-40D8-AECE-89024BE1CCFE}" type="pres">
      <dgm:prSet presAssocID="{6B598184-2BA8-4423-9C98-512BE3EF7E2E}" presName="sibTrans" presStyleCnt="0"/>
      <dgm:spPr/>
    </dgm:pt>
    <dgm:pt modelId="{6920904E-2F05-4EDB-9E9C-1A376935B25D}" type="pres">
      <dgm:prSet presAssocID="{84E1B9B6-5E9A-4D23-968E-3127F8AAEF9A}" presName="node" presStyleLbl="node1" presStyleIdx="2" presStyleCnt="7">
        <dgm:presLayoutVars>
          <dgm:bulletEnabled val="1"/>
        </dgm:presLayoutVars>
      </dgm:prSet>
      <dgm:spPr/>
    </dgm:pt>
    <dgm:pt modelId="{2951DA0D-100E-4DA7-BB2E-36CF181FA1A7}" type="pres">
      <dgm:prSet presAssocID="{5F16F403-438E-4367-B7CE-F04E3822F5E3}" presName="sibTrans" presStyleCnt="0"/>
      <dgm:spPr/>
    </dgm:pt>
    <dgm:pt modelId="{17038714-C46E-451E-8DDA-D19885E1BE15}" type="pres">
      <dgm:prSet presAssocID="{934CCB42-842B-4069-813B-F5C340F4095E}" presName="node" presStyleLbl="node1" presStyleIdx="3" presStyleCnt="7">
        <dgm:presLayoutVars>
          <dgm:bulletEnabled val="1"/>
        </dgm:presLayoutVars>
      </dgm:prSet>
      <dgm:spPr/>
    </dgm:pt>
    <dgm:pt modelId="{5ED1FDBC-AB39-4E94-86DD-58C68377143C}" type="pres">
      <dgm:prSet presAssocID="{66697EA5-5275-4B8D-8990-5AA8A6C15635}" presName="sibTrans" presStyleCnt="0"/>
      <dgm:spPr/>
    </dgm:pt>
    <dgm:pt modelId="{B42616F9-E8F3-443E-A5D3-445BDBEE0095}" type="pres">
      <dgm:prSet presAssocID="{51EFF3F2-8D84-40AB-846F-C28246E62F15}" presName="node" presStyleLbl="node1" presStyleIdx="4" presStyleCnt="7">
        <dgm:presLayoutVars>
          <dgm:bulletEnabled val="1"/>
        </dgm:presLayoutVars>
      </dgm:prSet>
      <dgm:spPr/>
    </dgm:pt>
    <dgm:pt modelId="{171CC9A4-91A3-4970-84ED-04D3729F2D23}" type="pres">
      <dgm:prSet presAssocID="{59B593B5-97AF-40E4-9445-212E21FE1D2D}" presName="sibTrans" presStyleCnt="0"/>
      <dgm:spPr/>
    </dgm:pt>
    <dgm:pt modelId="{2C56D6C7-A458-4577-805C-7D32E30A4EC6}" type="pres">
      <dgm:prSet presAssocID="{21D62E70-0403-4063-97A6-28D7E33EF468}" presName="node" presStyleLbl="node1" presStyleIdx="5" presStyleCnt="7">
        <dgm:presLayoutVars>
          <dgm:bulletEnabled val="1"/>
        </dgm:presLayoutVars>
      </dgm:prSet>
      <dgm:spPr/>
    </dgm:pt>
    <dgm:pt modelId="{68F48F02-2C23-4C99-8E1B-38A83D9651AA}" type="pres">
      <dgm:prSet presAssocID="{C038FBA3-D6BD-4910-950E-6527A57D4BA3}" presName="sibTrans" presStyleCnt="0"/>
      <dgm:spPr/>
    </dgm:pt>
    <dgm:pt modelId="{861AF89E-72CE-41F1-B04F-9B344B9E9478}" type="pres">
      <dgm:prSet presAssocID="{2A2234CE-1E5F-48C0-BFD4-09DB72F44BD3}" presName="node" presStyleLbl="node1" presStyleIdx="6" presStyleCnt="7">
        <dgm:presLayoutVars>
          <dgm:bulletEnabled val="1"/>
        </dgm:presLayoutVars>
      </dgm:prSet>
      <dgm:spPr/>
    </dgm:pt>
  </dgm:ptLst>
  <dgm:cxnLst>
    <dgm:cxn modelId="{DCECA805-1256-4AFD-8C98-C4DBAA3DF5FD}" srcId="{FC00B619-407C-41C6-95CF-FAA7EB616CCE}" destId="{2A2234CE-1E5F-48C0-BFD4-09DB72F44BD3}" srcOrd="6" destOrd="0" parTransId="{7612C224-D425-4C0F-9405-A257183EBB0D}" sibTransId="{7B3B27BA-C379-4149-9D4D-CAE011D168E3}"/>
    <dgm:cxn modelId="{F7B77B20-90A2-4985-860D-67DE94183F16}" type="presOf" srcId="{84E1B9B6-5E9A-4D23-968E-3127F8AAEF9A}" destId="{6920904E-2F05-4EDB-9E9C-1A376935B25D}" srcOrd="0" destOrd="0" presId="urn:microsoft.com/office/officeart/2005/8/layout/default"/>
    <dgm:cxn modelId="{C5579C27-65EB-4498-B465-1657129D7645}" type="presOf" srcId="{21D62E70-0403-4063-97A6-28D7E33EF468}" destId="{2C56D6C7-A458-4577-805C-7D32E30A4EC6}" srcOrd="0" destOrd="0" presId="urn:microsoft.com/office/officeart/2005/8/layout/default"/>
    <dgm:cxn modelId="{3B92BF2C-38DF-4CEF-8641-87E8AB76B037}" srcId="{FC00B619-407C-41C6-95CF-FAA7EB616CCE}" destId="{51EFF3F2-8D84-40AB-846F-C28246E62F15}" srcOrd="4" destOrd="0" parTransId="{4DF5B8C1-DBA3-4CA8-8E73-57583C21756D}" sibTransId="{59B593B5-97AF-40E4-9445-212E21FE1D2D}"/>
    <dgm:cxn modelId="{E1709731-0D87-4CEB-9072-99412F29F5A8}" srcId="{FC00B619-407C-41C6-95CF-FAA7EB616CCE}" destId="{84E1B9B6-5E9A-4D23-968E-3127F8AAEF9A}" srcOrd="2" destOrd="0" parTransId="{F180E2A5-DADD-4D0B-BCE4-19BA8B7CD92F}" sibTransId="{5F16F403-438E-4367-B7CE-F04E3822F5E3}"/>
    <dgm:cxn modelId="{F3049739-3711-4085-8ABE-A39C233DE884}" type="presOf" srcId="{934CCB42-842B-4069-813B-F5C340F4095E}" destId="{17038714-C46E-451E-8DDA-D19885E1BE15}" srcOrd="0" destOrd="0" presId="urn:microsoft.com/office/officeart/2005/8/layout/default"/>
    <dgm:cxn modelId="{4502F961-DA75-481A-B212-E7A568B18A2A}" srcId="{FC00B619-407C-41C6-95CF-FAA7EB616CCE}" destId="{21D62E70-0403-4063-97A6-28D7E33EF468}" srcOrd="5" destOrd="0" parTransId="{A0F679D0-C968-4F3E-94B0-1B539CA8F760}" sibTransId="{C038FBA3-D6BD-4910-950E-6527A57D4BA3}"/>
    <dgm:cxn modelId="{E5A6EF5A-17B9-425E-8537-577BCE8F423A}" type="presOf" srcId="{2A2234CE-1E5F-48C0-BFD4-09DB72F44BD3}" destId="{861AF89E-72CE-41F1-B04F-9B344B9E9478}" srcOrd="0" destOrd="0" presId="urn:microsoft.com/office/officeart/2005/8/layout/default"/>
    <dgm:cxn modelId="{E4273D84-553B-4A05-8627-0BAEAFE42A52}" type="presOf" srcId="{51EFF3F2-8D84-40AB-846F-C28246E62F15}" destId="{B42616F9-E8F3-443E-A5D3-445BDBEE0095}" srcOrd="0" destOrd="0" presId="urn:microsoft.com/office/officeart/2005/8/layout/default"/>
    <dgm:cxn modelId="{6CD71E9A-613C-4EDB-BCD9-67EAAF267661}" srcId="{FC00B619-407C-41C6-95CF-FAA7EB616CCE}" destId="{9CA20672-FF6F-4F24-A8C0-5495FD8554AA}" srcOrd="0" destOrd="0" parTransId="{9A2CB49B-81C9-4671-A373-1093BF345057}" sibTransId="{60C29723-54A6-4F30-9971-AE23796EC0E6}"/>
    <dgm:cxn modelId="{A5B284AF-298B-4AA9-9746-C4FCCD3B918A}" type="presOf" srcId="{9CA20672-FF6F-4F24-A8C0-5495FD8554AA}" destId="{E2DEB7DE-A49B-4868-8280-1FAAD22365C3}" srcOrd="0" destOrd="0" presId="urn:microsoft.com/office/officeart/2005/8/layout/default"/>
    <dgm:cxn modelId="{36FE2DB6-A73F-4530-A04F-A919821FAD85}" type="presOf" srcId="{FC00B619-407C-41C6-95CF-FAA7EB616CCE}" destId="{D1121C50-CA7B-41A6-A371-1189725ADD86}" srcOrd="0" destOrd="0" presId="urn:microsoft.com/office/officeart/2005/8/layout/default"/>
    <dgm:cxn modelId="{F4BA39CE-1379-4785-A3FE-C87C22817342}" type="presOf" srcId="{009E591E-C076-48C1-8726-83D4F0DD5964}" destId="{A93CD1AC-FBDA-4801-B8F4-E04C28934DFC}" srcOrd="0" destOrd="0" presId="urn:microsoft.com/office/officeart/2005/8/layout/default"/>
    <dgm:cxn modelId="{D225A9DE-9DE9-4A09-ADFA-CC4B3787D920}" srcId="{FC00B619-407C-41C6-95CF-FAA7EB616CCE}" destId="{009E591E-C076-48C1-8726-83D4F0DD5964}" srcOrd="1" destOrd="0" parTransId="{0E0F626E-6BD9-4E0D-92D3-68C06515E073}" sibTransId="{6B598184-2BA8-4423-9C98-512BE3EF7E2E}"/>
    <dgm:cxn modelId="{9BC383FD-6FF2-4260-AB1A-F1E2B024BC85}" srcId="{FC00B619-407C-41C6-95CF-FAA7EB616CCE}" destId="{934CCB42-842B-4069-813B-F5C340F4095E}" srcOrd="3" destOrd="0" parTransId="{76A4BCA0-861B-4622-AA29-21BC49AE66DA}" sibTransId="{66697EA5-5275-4B8D-8990-5AA8A6C15635}"/>
    <dgm:cxn modelId="{548EDE1D-F164-4F1B-842E-A8E426C6A503}" type="presParOf" srcId="{D1121C50-CA7B-41A6-A371-1189725ADD86}" destId="{E2DEB7DE-A49B-4868-8280-1FAAD22365C3}" srcOrd="0" destOrd="0" presId="urn:microsoft.com/office/officeart/2005/8/layout/default"/>
    <dgm:cxn modelId="{B0D62E81-E48D-4F68-BA74-96B1D2EDE016}" type="presParOf" srcId="{D1121C50-CA7B-41A6-A371-1189725ADD86}" destId="{3B98EC87-808A-4156-91C6-F3C58E6C0452}" srcOrd="1" destOrd="0" presId="urn:microsoft.com/office/officeart/2005/8/layout/default"/>
    <dgm:cxn modelId="{EF16886D-40F5-464F-91E7-322C4599961E}" type="presParOf" srcId="{D1121C50-CA7B-41A6-A371-1189725ADD86}" destId="{A93CD1AC-FBDA-4801-B8F4-E04C28934DFC}" srcOrd="2" destOrd="0" presId="urn:microsoft.com/office/officeart/2005/8/layout/default"/>
    <dgm:cxn modelId="{40006CEF-76B2-44F1-AC90-D5E995CF1508}" type="presParOf" srcId="{D1121C50-CA7B-41A6-A371-1189725ADD86}" destId="{1FDDC997-838F-40D8-AECE-89024BE1CCFE}" srcOrd="3" destOrd="0" presId="urn:microsoft.com/office/officeart/2005/8/layout/default"/>
    <dgm:cxn modelId="{EC097D70-A0A0-4E43-94CF-27FF2ADA6BF7}" type="presParOf" srcId="{D1121C50-CA7B-41A6-A371-1189725ADD86}" destId="{6920904E-2F05-4EDB-9E9C-1A376935B25D}" srcOrd="4" destOrd="0" presId="urn:microsoft.com/office/officeart/2005/8/layout/default"/>
    <dgm:cxn modelId="{B73BC04D-0FAA-4D89-948B-CE78FC9284FD}" type="presParOf" srcId="{D1121C50-CA7B-41A6-A371-1189725ADD86}" destId="{2951DA0D-100E-4DA7-BB2E-36CF181FA1A7}" srcOrd="5" destOrd="0" presId="urn:microsoft.com/office/officeart/2005/8/layout/default"/>
    <dgm:cxn modelId="{F3678559-0C83-4972-91D6-B84916BFA875}" type="presParOf" srcId="{D1121C50-CA7B-41A6-A371-1189725ADD86}" destId="{17038714-C46E-451E-8DDA-D19885E1BE15}" srcOrd="6" destOrd="0" presId="urn:microsoft.com/office/officeart/2005/8/layout/default"/>
    <dgm:cxn modelId="{F6320169-478B-49BD-920D-41AC8D491FF9}" type="presParOf" srcId="{D1121C50-CA7B-41A6-A371-1189725ADD86}" destId="{5ED1FDBC-AB39-4E94-86DD-58C68377143C}" srcOrd="7" destOrd="0" presId="urn:microsoft.com/office/officeart/2005/8/layout/default"/>
    <dgm:cxn modelId="{B5BD0E49-4036-4B6C-8DB6-2B7710A701E1}" type="presParOf" srcId="{D1121C50-CA7B-41A6-A371-1189725ADD86}" destId="{B42616F9-E8F3-443E-A5D3-445BDBEE0095}" srcOrd="8" destOrd="0" presId="urn:microsoft.com/office/officeart/2005/8/layout/default"/>
    <dgm:cxn modelId="{988EE9CE-DDB9-4AF2-8ADB-97EF4FC2D4F8}" type="presParOf" srcId="{D1121C50-CA7B-41A6-A371-1189725ADD86}" destId="{171CC9A4-91A3-4970-84ED-04D3729F2D23}" srcOrd="9" destOrd="0" presId="urn:microsoft.com/office/officeart/2005/8/layout/default"/>
    <dgm:cxn modelId="{55D74F8A-22E2-41B5-B14E-BF8C80553538}" type="presParOf" srcId="{D1121C50-CA7B-41A6-A371-1189725ADD86}" destId="{2C56D6C7-A458-4577-805C-7D32E30A4EC6}" srcOrd="10" destOrd="0" presId="urn:microsoft.com/office/officeart/2005/8/layout/default"/>
    <dgm:cxn modelId="{4DC439FC-ECE9-4B62-8C83-B3D1896FD39D}" type="presParOf" srcId="{D1121C50-CA7B-41A6-A371-1189725ADD86}" destId="{68F48F02-2C23-4C99-8E1B-38A83D9651AA}" srcOrd="11" destOrd="0" presId="urn:microsoft.com/office/officeart/2005/8/layout/default"/>
    <dgm:cxn modelId="{9D4E66A0-673C-4F2A-90C9-C9204C2CA269}" type="presParOf" srcId="{D1121C50-CA7B-41A6-A371-1189725ADD86}" destId="{861AF89E-72CE-41F1-B04F-9B344B9E947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5D36959-DB2E-4BCD-9395-50DBB4FF227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7B7784-C2F7-4B7C-B8B5-047BADC3C2F2}">
      <dgm:prSet/>
      <dgm:spPr/>
      <dgm:t>
        <a:bodyPr/>
        <a:lstStyle/>
        <a:p>
          <a:r>
            <a:rPr lang="en-US"/>
            <a:t>Month 1 — Foundations &amp; Design (Weeks 1–4)</a:t>
          </a:r>
        </a:p>
      </dgm:t>
    </dgm:pt>
    <dgm:pt modelId="{7CE15A29-4075-4C26-9370-62D207FCA9A1}" type="parTrans" cxnId="{DCA9EE7D-420B-4DC4-97B2-056CEECD6DC7}">
      <dgm:prSet/>
      <dgm:spPr/>
      <dgm:t>
        <a:bodyPr/>
        <a:lstStyle/>
        <a:p>
          <a:endParaRPr lang="en-US"/>
        </a:p>
      </dgm:t>
    </dgm:pt>
    <dgm:pt modelId="{7B23490D-EC14-4270-9339-7CE4C5284D86}" type="sibTrans" cxnId="{DCA9EE7D-420B-4DC4-97B2-056CEECD6DC7}">
      <dgm:prSet/>
      <dgm:spPr/>
      <dgm:t>
        <a:bodyPr/>
        <a:lstStyle/>
        <a:p>
          <a:endParaRPr lang="en-US"/>
        </a:p>
      </dgm:t>
    </dgm:pt>
    <dgm:pt modelId="{C1F8DB9E-110E-45F2-A52B-DADE0F65505B}">
      <dgm:prSet/>
      <dgm:spPr/>
      <dgm:t>
        <a:bodyPr/>
        <a:lstStyle/>
        <a:p>
          <a:r>
            <a:rPr lang="en-US"/>
            <a:t>Month 2 — Ransomware Detector &amp; Memory Module (Weeks 5–8)</a:t>
          </a:r>
        </a:p>
      </dgm:t>
    </dgm:pt>
    <dgm:pt modelId="{BE3F2F46-3A1F-4FC2-A741-2437C7EEE0B5}" type="parTrans" cxnId="{5C32E391-DDBF-44A9-ACED-C7DE832E5AB4}">
      <dgm:prSet/>
      <dgm:spPr/>
      <dgm:t>
        <a:bodyPr/>
        <a:lstStyle/>
        <a:p>
          <a:endParaRPr lang="en-US"/>
        </a:p>
      </dgm:t>
    </dgm:pt>
    <dgm:pt modelId="{43FE57CD-1629-4A04-A1BA-CC7186F0956B}" type="sibTrans" cxnId="{5C32E391-DDBF-44A9-ACED-C7DE832E5AB4}">
      <dgm:prSet/>
      <dgm:spPr/>
      <dgm:t>
        <a:bodyPr/>
        <a:lstStyle/>
        <a:p>
          <a:endParaRPr lang="en-US"/>
        </a:p>
      </dgm:t>
    </dgm:pt>
    <dgm:pt modelId="{3FDBED96-8B73-4E0E-8ABF-E77901628E35}">
      <dgm:prSet/>
      <dgm:spPr/>
      <dgm:t>
        <a:bodyPr/>
        <a:lstStyle/>
        <a:p>
          <a:r>
            <a:rPr lang="en-US"/>
            <a:t>Month 3 — Log Correlation Engine (Weeks 9–12)</a:t>
          </a:r>
        </a:p>
      </dgm:t>
    </dgm:pt>
    <dgm:pt modelId="{4ECDF987-8DCE-4BD9-8A94-F381FDF452CD}" type="parTrans" cxnId="{CA8E5B81-4923-4F0F-8A1C-6D437CB882D8}">
      <dgm:prSet/>
      <dgm:spPr/>
      <dgm:t>
        <a:bodyPr/>
        <a:lstStyle/>
        <a:p>
          <a:endParaRPr lang="en-US"/>
        </a:p>
      </dgm:t>
    </dgm:pt>
    <dgm:pt modelId="{D285CD9D-9A37-4106-9AC4-005D0C3F264B}" type="sibTrans" cxnId="{CA8E5B81-4923-4F0F-8A1C-6D437CB882D8}">
      <dgm:prSet/>
      <dgm:spPr/>
      <dgm:t>
        <a:bodyPr/>
        <a:lstStyle/>
        <a:p>
          <a:endParaRPr lang="en-US"/>
        </a:p>
      </dgm:t>
    </dgm:pt>
    <dgm:pt modelId="{6C6EB7A6-EE2C-438F-A4C4-B5652601D4D9}">
      <dgm:prSet/>
      <dgm:spPr/>
      <dgm:t>
        <a:bodyPr/>
        <a:lstStyle/>
        <a:p>
          <a:r>
            <a:rPr lang="en-US"/>
            <a:t>Month 4 — Cloud Forensics Module (Weeks 13–16)</a:t>
          </a:r>
        </a:p>
      </dgm:t>
    </dgm:pt>
    <dgm:pt modelId="{B8E5F682-083B-468D-BC6F-CBAC8F299C87}" type="parTrans" cxnId="{330F8AFC-3A0A-49D5-9E32-FF2C75ED6428}">
      <dgm:prSet/>
      <dgm:spPr/>
      <dgm:t>
        <a:bodyPr/>
        <a:lstStyle/>
        <a:p>
          <a:endParaRPr lang="en-US"/>
        </a:p>
      </dgm:t>
    </dgm:pt>
    <dgm:pt modelId="{B27D39B2-A30A-499B-A6D9-69353FC027C5}" type="sibTrans" cxnId="{330F8AFC-3A0A-49D5-9E32-FF2C75ED6428}">
      <dgm:prSet/>
      <dgm:spPr/>
      <dgm:t>
        <a:bodyPr/>
        <a:lstStyle/>
        <a:p>
          <a:endParaRPr lang="en-US"/>
        </a:p>
      </dgm:t>
    </dgm:pt>
    <dgm:pt modelId="{52143983-BE37-4C40-9C61-7E793EDBE39B}">
      <dgm:prSet/>
      <dgm:spPr/>
      <dgm:t>
        <a:bodyPr/>
        <a:lstStyle/>
        <a:p>
          <a:r>
            <a:rPr lang="en-US"/>
            <a:t>Month 5 — Integration, Evaluation &amp; Report (Weeks 17–20)</a:t>
          </a:r>
        </a:p>
      </dgm:t>
    </dgm:pt>
    <dgm:pt modelId="{83B506D6-1B2C-4F7B-BBFB-A189F1E83785}" type="parTrans" cxnId="{49006B4C-DA1D-4B6A-B7FD-485958F8ED82}">
      <dgm:prSet/>
      <dgm:spPr/>
      <dgm:t>
        <a:bodyPr/>
        <a:lstStyle/>
        <a:p>
          <a:endParaRPr lang="en-US"/>
        </a:p>
      </dgm:t>
    </dgm:pt>
    <dgm:pt modelId="{62D7E225-33DB-4719-A76E-9F2872CB8789}" type="sibTrans" cxnId="{49006B4C-DA1D-4B6A-B7FD-485958F8ED82}">
      <dgm:prSet/>
      <dgm:spPr/>
      <dgm:t>
        <a:bodyPr/>
        <a:lstStyle/>
        <a:p>
          <a:endParaRPr lang="en-US"/>
        </a:p>
      </dgm:t>
    </dgm:pt>
    <dgm:pt modelId="{AB35B698-E3C5-41D4-89B6-B0DD23CDFC1A}" type="pres">
      <dgm:prSet presAssocID="{F5D36959-DB2E-4BCD-9395-50DBB4FF2275}" presName="outerComposite" presStyleCnt="0">
        <dgm:presLayoutVars>
          <dgm:chMax val="5"/>
          <dgm:dir/>
          <dgm:resizeHandles val="exact"/>
        </dgm:presLayoutVars>
      </dgm:prSet>
      <dgm:spPr/>
    </dgm:pt>
    <dgm:pt modelId="{39425210-A649-41A4-847D-63EB8BB8DF0A}" type="pres">
      <dgm:prSet presAssocID="{F5D36959-DB2E-4BCD-9395-50DBB4FF2275}" presName="dummyMaxCanvas" presStyleCnt="0">
        <dgm:presLayoutVars/>
      </dgm:prSet>
      <dgm:spPr/>
    </dgm:pt>
    <dgm:pt modelId="{1D20FAAF-5FF7-411D-821E-865F1885E6A7}" type="pres">
      <dgm:prSet presAssocID="{F5D36959-DB2E-4BCD-9395-50DBB4FF2275}" presName="FiveNodes_1" presStyleLbl="node1" presStyleIdx="0" presStyleCnt="5">
        <dgm:presLayoutVars>
          <dgm:bulletEnabled val="1"/>
        </dgm:presLayoutVars>
      </dgm:prSet>
      <dgm:spPr/>
    </dgm:pt>
    <dgm:pt modelId="{3A97E1ED-4120-4922-A1BD-8720EFA3EEA6}" type="pres">
      <dgm:prSet presAssocID="{F5D36959-DB2E-4BCD-9395-50DBB4FF2275}" presName="FiveNodes_2" presStyleLbl="node1" presStyleIdx="1" presStyleCnt="5">
        <dgm:presLayoutVars>
          <dgm:bulletEnabled val="1"/>
        </dgm:presLayoutVars>
      </dgm:prSet>
      <dgm:spPr/>
    </dgm:pt>
    <dgm:pt modelId="{9F130BFE-66D2-4660-AD38-5DA805D34E3F}" type="pres">
      <dgm:prSet presAssocID="{F5D36959-DB2E-4BCD-9395-50DBB4FF2275}" presName="FiveNodes_3" presStyleLbl="node1" presStyleIdx="2" presStyleCnt="5">
        <dgm:presLayoutVars>
          <dgm:bulletEnabled val="1"/>
        </dgm:presLayoutVars>
      </dgm:prSet>
      <dgm:spPr/>
    </dgm:pt>
    <dgm:pt modelId="{7CA38CD8-BD70-4523-AAC3-F9445B89B0F5}" type="pres">
      <dgm:prSet presAssocID="{F5D36959-DB2E-4BCD-9395-50DBB4FF2275}" presName="FiveNodes_4" presStyleLbl="node1" presStyleIdx="3" presStyleCnt="5">
        <dgm:presLayoutVars>
          <dgm:bulletEnabled val="1"/>
        </dgm:presLayoutVars>
      </dgm:prSet>
      <dgm:spPr/>
    </dgm:pt>
    <dgm:pt modelId="{5715CF1F-0F00-4FB7-BADD-5F0FBDBBADB3}" type="pres">
      <dgm:prSet presAssocID="{F5D36959-DB2E-4BCD-9395-50DBB4FF2275}" presName="FiveNodes_5" presStyleLbl="node1" presStyleIdx="4" presStyleCnt="5">
        <dgm:presLayoutVars>
          <dgm:bulletEnabled val="1"/>
        </dgm:presLayoutVars>
      </dgm:prSet>
      <dgm:spPr/>
    </dgm:pt>
    <dgm:pt modelId="{BD3424DA-4AA5-4C52-9E1D-D5BE381F61E9}" type="pres">
      <dgm:prSet presAssocID="{F5D36959-DB2E-4BCD-9395-50DBB4FF2275}" presName="FiveConn_1-2" presStyleLbl="fgAccFollowNode1" presStyleIdx="0" presStyleCnt="4">
        <dgm:presLayoutVars>
          <dgm:bulletEnabled val="1"/>
        </dgm:presLayoutVars>
      </dgm:prSet>
      <dgm:spPr/>
    </dgm:pt>
    <dgm:pt modelId="{5C9E908C-A3E0-48C9-84CD-C4A78B5ED87B}" type="pres">
      <dgm:prSet presAssocID="{F5D36959-DB2E-4BCD-9395-50DBB4FF2275}" presName="FiveConn_2-3" presStyleLbl="fgAccFollowNode1" presStyleIdx="1" presStyleCnt="4">
        <dgm:presLayoutVars>
          <dgm:bulletEnabled val="1"/>
        </dgm:presLayoutVars>
      </dgm:prSet>
      <dgm:spPr/>
    </dgm:pt>
    <dgm:pt modelId="{539E28D9-710F-4956-B5A1-23552881B489}" type="pres">
      <dgm:prSet presAssocID="{F5D36959-DB2E-4BCD-9395-50DBB4FF2275}" presName="FiveConn_3-4" presStyleLbl="fgAccFollowNode1" presStyleIdx="2" presStyleCnt="4">
        <dgm:presLayoutVars>
          <dgm:bulletEnabled val="1"/>
        </dgm:presLayoutVars>
      </dgm:prSet>
      <dgm:spPr/>
    </dgm:pt>
    <dgm:pt modelId="{932AB41E-600B-48FE-9AEE-44CA49606BFB}" type="pres">
      <dgm:prSet presAssocID="{F5D36959-DB2E-4BCD-9395-50DBB4FF2275}" presName="FiveConn_4-5" presStyleLbl="fgAccFollowNode1" presStyleIdx="3" presStyleCnt="4">
        <dgm:presLayoutVars>
          <dgm:bulletEnabled val="1"/>
        </dgm:presLayoutVars>
      </dgm:prSet>
      <dgm:spPr/>
    </dgm:pt>
    <dgm:pt modelId="{6503C968-6F17-4F31-B76B-8B8C5E1FF5AE}" type="pres">
      <dgm:prSet presAssocID="{F5D36959-DB2E-4BCD-9395-50DBB4FF2275}" presName="FiveNodes_1_text" presStyleLbl="node1" presStyleIdx="4" presStyleCnt="5">
        <dgm:presLayoutVars>
          <dgm:bulletEnabled val="1"/>
        </dgm:presLayoutVars>
      </dgm:prSet>
      <dgm:spPr/>
    </dgm:pt>
    <dgm:pt modelId="{E660DDC8-05AF-4D9E-952B-B908C51F463B}" type="pres">
      <dgm:prSet presAssocID="{F5D36959-DB2E-4BCD-9395-50DBB4FF2275}" presName="FiveNodes_2_text" presStyleLbl="node1" presStyleIdx="4" presStyleCnt="5">
        <dgm:presLayoutVars>
          <dgm:bulletEnabled val="1"/>
        </dgm:presLayoutVars>
      </dgm:prSet>
      <dgm:spPr/>
    </dgm:pt>
    <dgm:pt modelId="{6A8D2A0C-4ED9-48E6-B850-E61BE8505F6D}" type="pres">
      <dgm:prSet presAssocID="{F5D36959-DB2E-4BCD-9395-50DBB4FF2275}" presName="FiveNodes_3_text" presStyleLbl="node1" presStyleIdx="4" presStyleCnt="5">
        <dgm:presLayoutVars>
          <dgm:bulletEnabled val="1"/>
        </dgm:presLayoutVars>
      </dgm:prSet>
      <dgm:spPr/>
    </dgm:pt>
    <dgm:pt modelId="{D0BB537C-310B-4282-9891-E7E274172628}" type="pres">
      <dgm:prSet presAssocID="{F5D36959-DB2E-4BCD-9395-50DBB4FF2275}" presName="FiveNodes_4_text" presStyleLbl="node1" presStyleIdx="4" presStyleCnt="5">
        <dgm:presLayoutVars>
          <dgm:bulletEnabled val="1"/>
        </dgm:presLayoutVars>
      </dgm:prSet>
      <dgm:spPr/>
    </dgm:pt>
    <dgm:pt modelId="{29618E9C-A82D-4937-B878-4283333ADB3C}" type="pres">
      <dgm:prSet presAssocID="{F5D36959-DB2E-4BCD-9395-50DBB4FF227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5FCB700-E003-45BD-B794-D1AB48CB8198}" type="presOf" srcId="{43FE57CD-1629-4A04-A1BA-CC7186F0956B}" destId="{5C9E908C-A3E0-48C9-84CD-C4A78B5ED87B}" srcOrd="0" destOrd="0" presId="urn:microsoft.com/office/officeart/2005/8/layout/vProcess5"/>
    <dgm:cxn modelId="{6B19B108-FE0B-4D11-A1A7-AE50F0646EEE}" type="presOf" srcId="{52143983-BE37-4C40-9C61-7E793EDBE39B}" destId="{29618E9C-A82D-4937-B878-4283333ADB3C}" srcOrd="1" destOrd="0" presId="urn:microsoft.com/office/officeart/2005/8/layout/vProcess5"/>
    <dgm:cxn modelId="{123E7C19-4CA3-4FD6-ACA1-B1BE9104993E}" type="presOf" srcId="{D47B7784-C2F7-4B7C-B8B5-047BADC3C2F2}" destId="{1D20FAAF-5FF7-411D-821E-865F1885E6A7}" srcOrd="0" destOrd="0" presId="urn:microsoft.com/office/officeart/2005/8/layout/vProcess5"/>
    <dgm:cxn modelId="{055AF438-966B-431B-B675-08042266A173}" type="presOf" srcId="{F5D36959-DB2E-4BCD-9395-50DBB4FF2275}" destId="{AB35B698-E3C5-41D4-89B6-B0DD23CDFC1A}" srcOrd="0" destOrd="0" presId="urn:microsoft.com/office/officeart/2005/8/layout/vProcess5"/>
    <dgm:cxn modelId="{6FECBC5C-7AA4-46D3-91C6-E5A0C8EE6D4C}" type="presOf" srcId="{C1F8DB9E-110E-45F2-A52B-DADE0F65505B}" destId="{E660DDC8-05AF-4D9E-952B-B908C51F463B}" srcOrd="1" destOrd="0" presId="urn:microsoft.com/office/officeart/2005/8/layout/vProcess5"/>
    <dgm:cxn modelId="{57454468-38FD-469D-B174-8DAFCC826FB2}" type="presOf" srcId="{C1F8DB9E-110E-45F2-A52B-DADE0F65505B}" destId="{3A97E1ED-4120-4922-A1BD-8720EFA3EEA6}" srcOrd="0" destOrd="0" presId="urn:microsoft.com/office/officeart/2005/8/layout/vProcess5"/>
    <dgm:cxn modelId="{49006B4C-DA1D-4B6A-B7FD-485958F8ED82}" srcId="{F5D36959-DB2E-4BCD-9395-50DBB4FF2275}" destId="{52143983-BE37-4C40-9C61-7E793EDBE39B}" srcOrd="4" destOrd="0" parTransId="{83B506D6-1B2C-4F7B-BBFB-A189F1E83785}" sibTransId="{62D7E225-33DB-4719-A76E-9F2872CB8789}"/>
    <dgm:cxn modelId="{F77F3373-8512-479F-81C9-B30B9B04A1F1}" type="presOf" srcId="{6C6EB7A6-EE2C-438F-A4C4-B5652601D4D9}" destId="{D0BB537C-310B-4282-9891-E7E274172628}" srcOrd="1" destOrd="0" presId="urn:microsoft.com/office/officeart/2005/8/layout/vProcess5"/>
    <dgm:cxn modelId="{60B49253-D5A0-418F-979C-CBAD220C283E}" type="presOf" srcId="{6C6EB7A6-EE2C-438F-A4C4-B5652601D4D9}" destId="{7CA38CD8-BD70-4523-AAC3-F9445B89B0F5}" srcOrd="0" destOrd="0" presId="urn:microsoft.com/office/officeart/2005/8/layout/vProcess5"/>
    <dgm:cxn modelId="{DCA9EE7D-420B-4DC4-97B2-056CEECD6DC7}" srcId="{F5D36959-DB2E-4BCD-9395-50DBB4FF2275}" destId="{D47B7784-C2F7-4B7C-B8B5-047BADC3C2F2}" srcOrd="0" destOrd="0" parTransId="{7CE15A29-4075-4C26-9370-62D207FCA9A1}" sibTransId="{7B23490D-EC14-4270-9339-7CE4C5284D86}"/>
    <dgm:cxn modelId="{CA8E5B81-4923-4F0F-8A1C-6D437CB882D8}" srcId="{F5D36959-DB2E-4BCD-9395-50DBB4FF2275}" destId="{3FDBED96-8B73-4E0E-8ABF-E77901628E35}" srcOrd="2" destOrd="0" parTransId="{4ECDF987-8DCE-4BD9-8A94-F381FDF452CD}" sibTransId="{D285CD9D-9A37-4106-9AC4-005D0C3F264B}"/>
    <dgm:cxn modelId="{82A49D82-BF8E-49A8-8CDB-6FF7D4043BBC}" type="presOf" srcId="{B27D39B2-A30A-499B-A6D9-69353FC027C5}" destId="{932AB41E-600B-48FE-9AEE-44CA49606BFB}" srcOrd="0" destOrd="0" presId="urn:microsoft.com/office/officeart/2005/8/layout/vProcess5"/>
    <dgm:cxn modelId="{5C32E391-DDBF-44A9-ACED-C7DE832E5AB4}" srcId="{F5D36959-DB2E-4BCD-9395-50DBB4FF2275}" destId="{C1F8DB9E-110E-45F2-A52B-DADE0F65505B}" srcOrd="1" destOrd="0" parTransId="{BE3F2F46-3A1F-4FC2-A741-2437C7EEE0B5}" sibTransId="{43FE57CD-1629-4A04-A1BA-CC7186F0956B}"/>
    <dgm:cxn modelId="{C761259F-F2C7-4C4A-B48A-FDA5A5CA3214}" type="presOf" srcId="{3FDBED96-8B73-4E0E-8ABF-E77901628E35}" destId="{6A8D2A0C-4ED9-48E6-B850-E61BE8505F6D}" srcOrd="1" destOrd="0" presId="urn:microsoft.com/office/officeart/2005/8/layout/vProcess5"/>
    <dgm:cxn modelId="{4F0087AE-65FB-4222-9925-B8D4C12AAE7D}" type="presOf" srcId="{7B23490D-EC14-4270-9339-7CE4C5284D86}" destId="{BD3424DA-4AA5-4C52-9E1D-D5BE381F61E9}" srcOrd="0" destOrd="0" presId="urn:microsoft.com/office/officeart/2005/8/layout/vProcess5"/>
    <dgm:cxn modelId="{277A32B2-CFFE-42E4-A25C-9C039B21F812}" type="presOf" srcId="{D285CD9D-9A37-4106-9AC4-005D0C3F264B}" destId="{539E28D9-710F-4956-B5A1-23552881B489}" srcOrd="0" destOrd="0" presId="urn:microsoft.com/office/officeart/2005/8/layout/vProcess5"/>
    <dgm:cxn modelId="{505490E8-A454-41B3-8674-57705C5D35DD}" type="presOf" srcId="{D47B7784-C2F7-4B7C-B8B5-047BADC3C2F2}" destId="{6503C968-6F17-4F31-B76B-8B8C5E1FF5AE}" srcOrd="1" destOrd="0" presId="urn:microsoft.com/office/officeart/2005/8/layout/vProcess5"/>
    <dgm:cxn modelId="{2142AAE9-FB22-4891-BC05-904C7E587021}" type="presOf" srcId="{3FDBED96-8B73-4E0E-8ABF-E77901628E35}" destId="{9F130BFE-66D2-4660-AD38-5DA805D34E3F}" srcOrd="0" destOrd="0" presId="urn:microsoft.com/office/officeart/2005/8/layout/vProcess5"/>
    <dgm:cxn modelId="{643C0DEA-67DC-462A-867C-8E59F1ADC685}" type="presOf" srcId="{52143983-BE37-4C40-9C61-7E793EDBE39B}" destId="{5715CF1F-0F00-4FB7-BADD-5F0FBDBBADB3}" srcOrd="0" destOrd="0" presId="urn:microsoft.com/office/officeart/2005/8/layout/vProcess5"/>
    <dgm:cxn modelId="{330F8AFC-3A0A-49D5-9E32-FF2C75ED6428}" srcId="{F5D36959-DB2E-4BCD-9395-50DBB4FF2275}" destId="{6C6EB7A6-EE2C-438F-A4C4-B5652601D4D9}" srcOrd="3" destOrd="0" parTransId="{B8E5F682-083B-468D-BC6F-CBAC8F299C87}" sibTransId="{B27D39B2-A30A-499B-A6D9-69353FC027C5}"/>
    <dgm:cxn modelId="{385BF845-DCE1-45C3-AAC3-0975DA0771B9}" type="presParOf" srcId="{AB35B698-E3C5-41D4-89B6-B0DD23CDFC1A}" destId="{39425210-A649-41A4-847D-63EB8BB8DF0A}" srcOrd="0" destOrd="0" presId="urn:microsoft.com/office/officeart/2005/8/layout/vProcess5"/>
    <dgm:cxn modelId="{29BC2715-668F-4655-88D3-BD5A63625AA5}" type="presParOf" srcId="{AB35B698-E3C5-41D4-89B6-B0DD23CDFC1A}" destId="{1D20FAAF-5FF7-411D-821E-865F1885E6A7}" srcOrd="1" destOrd="0" presId="urn:microsoft.com/office/officeart/2005/8/layout/vProcess5"/>
    <dgm:cxn modelId="{4B5CD331-A051-4C74-BB29-FD1295941D4E}" type="presParOf" srcId="{AB35B698-E3C5-41D4-89B6-B0DD23CDFC1A}" destId="{3A97E1ED-4120-4922-A1BD-8720EFA3EEA6}" srcOrd="2" destOrd="0" presId="urn:microsoft.com/office/officeart/2005/8/layout/vProcess5"/>
    <dgm:cxn modelId="{B38D965E-D0C4-408B-A18F-6E0E7EC9D638}" type="presParOf" srcId="{AB35B698-E3C5-41D4-89B6-B0DD23CDFC1A}" destId="{9F130BFE-66D2-4660-AD38-5DA805D34E3F}" srcOrd="3" destOrd="0" presId="urn:microsoft.com/office/officeart/2005/8/layout/vProcess5"/>
    <dgm:cxn modelId="{168166D2-3ACB-4507-A95F-A82946BFF53E}" type="presParOf" srcId="{AB35B698-E3C5-41D4-89B6-B0DD23CDFC1A}" destId="{7CA38CD8-BD70-4523-AAC3-F9445B89B0F5}" srcOrd="4" destOrd="0" presId="urn:microsoft.com/office/officeart/2005/8/layout/vProcess5"/>
    <dgm:cxn modelId="{49490CE6-9315-4CD8-BA82-9665F04FB1F5}" type="presParOf" srcId="{AB35B698-E3C5-41D4-89B6-B0DD23CDFC1A}" destId="{5715CF1F-0F00-4FB7-BADD-5F0FBDBBADB3}" srcOrd="5" destOrd="0" presId="urn:microsoft.com/office/officeart/2005/8/layout/vProcess5"/>
    <dgm:cxn modelId="{A686AA59-9E74-4C14-B317-B8F0793778BD}" type="presParOf" srcId="{AB35B698-E3C5-41D4-89B6-B0DD23CDFC1A}" destId="{BD3424DA-4AA5-4C52-9E1D-D5BE381F61E9}" srcOrd="6" destOrd="0" presId="urn:microsoft.com/office/officeart/2005/8/layout/vProcess5"/>
    <dgm:cxn modelId="{FF5FC112-0412-4751-A309-28F93319B9A3}" type="presParOf" srcId="{AB35B698-E3C5-41D4-89B6-B0DD23CDFC1A}" destId="{5C9E908C-A3E0-48C9-84CD-C4A78B5ED87B}" srcOrd="7" destOrd="0" presId="urn:microsoft.com/office/officeart/2005/8/layout/vProcess5"/>
    <dgm:cxn modelId="{C00BB60D-65D4-4352-9C74-65BAB5078BF8}" type="presParOf" srcId="{AB35B698-E3C5-41D4-89B6-B0DD23CDFC1A}" destId="{539E28D9-710F-4956-B5A1-23552881B489}" srcOrd="8" destOrd="0" presId="urn:microsoft.com/office/officeart/2005/8/layout/vProcess5"/>
    <dgm:cxn modelId="{C260F645-ABB7-472A-86C9-66BEBD93E3B1}" type="presParOf" srcId="{AB35B698-E3C5-41D4-89B6-B0DD23CDFC1A}" destId="{932AB41E-600B-48FE-9AEE-44CA49606BFB}" srcOrd="9" destOrd="0" presId="urn:microsoft.com/office/officeart/2005/8/layout/vProcess5"/>
    <dgm:cxn modelId="{C42ECA57-BCBE-47B3-B88F-F2515C558724}" type="presParOf" srcId="{AB35B698-E3C5-41D4-89B6-B0DD23CDFC1A}" destId="{6503C968-6F17-4F31-B76B-8B8C5E1FF5AE}" srcOrd="10" destOrd="0" presId="urn:microsoft.com/office/officeart/2005/8/layout/vProcess5"/>
    <dgm:cxn modelId="{64C64228-6097-4366-A2BF-38427A115C7B}" type="presParOf" srcId="{AB35B698-E3C5-41D4-89B6-B0DD23CDFC1A}" destId="{E660DDC8-05AF-4D9E-952B-B908C51F463B}" srcOrd="11" destOrd="0" presId="urn:microsoft.com/office/officeart/2005/8/layout/vProcess5"/>
    <dgm:cxn modelId="{620BEE5B-4366-4C5B-9AEC-C75F301C6CF6}" type="presParOf" srcId="{AB35B698-E3C5-41D4-89B6-B0DD23CDFC1A}" destId="{6A8D2A0C-4ED9-48E6-B850-E61BE8505F6D}" srcOrd="12" destOrd="0" presId="urn:microsoft.com/office/officeart/2005/8/layout/vProcess5"/>
    <dgm:cxn modelId="{FCD03378-8C89-4584-8236-8FBD9E5DC2B7}" type="presParOf" srcId="{AB35B698-E3C5-41D4-89B6-B0DD23CDFC1A}" destId="{D0BB537C-310B-4282-9891-E7E274172628}" srcOrd="13" destOrd="0" presId="urn:microsoft.com/office/officeart/2005/8/layout/vProcess5"/>
    <dgm:cxn modelId="{E197A272-A5B1-46AA-96F0-381B74BA58BB}" type="presParOf" srcId="{AB35B698-E3C5-41D4-89B6-B0DD23CDFC1A}" destId="{29618E9C-A82D-4937-B878-4283333ADB3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A96D487-4AC5-48BE-B0D8-B511434AF5C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A273A4F-58B0-45DE-8FF8-22E15BF0CBD0}">
      <dgm:prSet/>
      <dgm:spPr/>
      <dgm:t>
        <a:bodyPr/>
        <a:lstStyle/>
        <a:p>
          <a:pPr>
            <a:defRPr cap="all"/>
          </a:pPr>
          <a:r>
            <a:rPr lang="en-US" b="0" i="0" baseline="0"/>
            <a:t>Always run malware simulations in isolated, offline lab environments and with explicit supervisor approval.</a:t>
          </a:r>
          <a:endParaRPr lang="en-US"/>
        </a:p>
      </dgm:t>
    </dgm:pt>
    <dgm:pt modelId="{467C445D-A2DC-441D-B509-0EA68B6EC386}" type="parTrans" cxnId="{E6548994-5A32-4E81-91B3-9838306A45E3}">
      <dgm:prSet/>
      <dgm:spPr/>
      <dgm:t>
        <a:bodyPr/>
        <a:lstStyle/>
        <a:p>
          <a:endParaRPr lang="en-US"/>
        </a:p>
      </dgm:t>
    </dgm:pt>
    <dgm:pt modelId="{EA5B9510-3E69-4ABF-8F31-70B0CCD6376A}" type="sibTrans" cxnId="{E6548994-5A32-4E81-91B3-9838306A45E3}">
      <dgm:prSet/>
      <dgm:spPr/>
      <dgm:t>
        <a:bodyPr/>
        <a:lstStyle/>
        <a:p>
          <a:endParaRPr lang="en-US"/>
        </a:p>
      </dgm:t>
    </dgm:pt>
    <dgm:pt modelId="{379EA095-F74D-454C-807C-59443AAACB7C}">
      <dgm:prSet/>
      <dgm:spPr/>
      <dgm:t>
        <a:bodyPr/>
        <a:lstStyle/>
        <a:p>
          <a:pPr>
            <a:defRPr cap="all"/>
          </a:pPr>
          <a:r>
            <a:rPr lang="en-US" b="0" i="0" baseline="0"/>
            <a:t>Do not attempt to deploy or distribute any real ransomware. Use safe, reversible simulations or synthetic datasets.</a:t>
          </a:r>
          <a:endParaRPr lang="en-US"/>
        </a:p>
      </dgm:t>
    </dgm:pt>
    <dgm:pt modelId="{948348EF-ABE1-467B-B0C0-58613A455950}" type="parTrans" cxnId="{7D6BCAFB-7349-4EC4-9000-674672DBE24F}">
      <dgm:prSet/>
      <dgm:spPr/>
      <dgm:t>
        <a:bodyPr/>
        <a:lstStyle/>
        <a:p>
          <a:endParaRPr lang="en-US"/>
        </a:p>
      </dgm:t>
    </dgm:pt>
    <dgm:pt modelId="{AD861D5F-3079-4058-A8E5-8FAAAEEB6274}" type="sibTrans" cxnId="{7D6BCAFB-7349-4EC4-9000-674672DBE24F}">
      <dgm:prSet/>
      <dgm:spPr/>
      <dgm:t>
        <a:bodyPr/>
        <a:lstStyle/>
        <a:p>
          <a:endParaRPr lang="en-US"/>
        </a:p>
      </dgm:t>
    </dgm:pt>
    <dgm:pt modelId="{6B5CC929-5BF8-4652-9948-9EE3D11E4A03}">
      <dgm:prSet/>
      <dgm:spPr/>
      <dgm:t>
        <a:bodyPr/>
        <a:lstStyle/>
        <a:p>
          <a:pPr>
            <a:defRPr cap="all"/>
          </a:pPr>
          <a:r>
            <a:rPr lang="en-US" b="0" i="0" baseline="0"/>
            <a:t>Respect cloud provider terms of service and privacy laws when accessing real user data; use only test accounts or consenting sample data.</a:t>
          </a:r>
          <a:endParaRPr lang="en-US"/>
        </a:p>
      </dgm:t>
    </dgm:pt>
    <dgm:pt modelId="{7F7686D1-2AA8-40EF-984D-EAB6738CD24F}" type="parTrans" cxnId="{149C9ED6-9A45-461D-8467-E0622D5668B1}">
      <dgm:prSet/>
      <dgm:spPr/>
      <dgm:t>
        <a:bodyPr/>
        <a:lstStyle/>
        <a:p>
          <a:endParaRPr lang="en-US"/>
        </a:p>
      </dgm:t>
    </dgm:pt>
    <dgm:pt modelId="{1BF5C5E1-BF90-4D3B-8003-F800B994ADDE}" type="sibTrans" cxnId="{149C9ED6-9A45-461D-8467-E0622D5668B1}">
      <dgm:prSet/>
      <dgm:spPr/>
      <dgm:t>
        <a:bodyPr/>
        <a:lstStyle/>
        <a:p>
          <a:endParaRPr lang="en-US"/>
        </a:p>
      </dgm:t>
    </dgm:pt>
    <dgm:pt modelId="{D151F003-2405-4DD9-9054-73470DAFDB99}" type="pres">
      <dgm:prSet presAssocID="{6A96D487-4AC5-48BE-B0D8-B511434AF5CD}" presName="root" presStyleCnt="0">
        <dgm:presLayoutVars>
          <dgm:dir/>
          <dgm:resizeHandles val="exact"/>
        </dgm:presLayoutVars>
      </dgm:prSet>
      <dgm:spPr/>
    </dgm:pt>
    <dgm:pt modelId="{E25D0D33-1EE1-4A32-AB84-C7558CBC43D0}" type="pres">
      <dgm:prSet presAssocID="{7A273A4F-58B0-45DE-8FF8-22E15BF0CBD0}" presName="compNode" presStyleCnt="0"/>
      <dgm:spPr/>
    </dgm:pt>
    <dgm:pt modelId="{B5C72974-64BB-4E08-8A44-B63FFE9BBB10}" type="pres">
      <dgm:prSet presAssocID="{7A273A4F-58B0-45DE-8FF8-22E15BF0CBD0}" presName="iconBgRect" presStyleLbl="bgShp" presStyleIdx="0" presStyleCnt="3"/>
      <dgm:spPr/>
    </dgm:pt>
    <dgm:pt modelId="{5C65EFB4-8EED-450B-8CF4-3B4C82A8AA3F}" type="pres">
      <dgm:prSet presAssocID="{7A273A4F-58B0-45DE-8FF8-22E15BF0CBD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4B4FCA9-6B8F-4A41-9433-AA1559173EF8}" type="pres">
      <dgm:prSet presAssocID="{7A273A4F-58B0-45DE-8FF8-22E15BF0CBD0}" presName="spaceRect" presStyleCnt="0"/>
      <dgm:spPr/>
    </dgm:pt>
    <dgm:pt modelId="{6A3B62AF-9C3E-4D95-AC20-A7380F227B5A}" type="pres">
      <dgm:prSet presAssocID="{7A273A4F-58B0-45DE-8FF8-22E15BF0CBD0}" presName="textRect" presStyleLbl="revTx" presStyleIdx="0" presStyleCnt="3">
        <dgm:presLayoutVars>
          <dgm:chMax val="1"/>
          <dgm:chPref val="1"/>
        </dgm:presLayoutVars>
      </dgm:prSet>
      <dgm:spPr/>
    </dgm:pt>
    <dgm:pt modelId="{DE3BB8FE-AE01-4554-9F22-0B244787F67F}" type="pres">
      <dgm:prSet presAssocID="{EA5B9510-3E69-4ABF-8F31-70B0CCD6376A}" presName="sibTrans" presStyleCnt="0"/>
      <dgm:spPr/>
    </dgm:pt>
    <dgm:pt modelId="{E84D16C9-C403-4757-9B68-3DFBB2E6D52F}" type="pres">
      <dgm:prSet presAssocID="{379EA095-F74D-454C-807C-59443AAACB7C}" presName="compNode" presStyleCnt="0"/>
      <dgm:spPr/>
    </dgm:pt>
    <dgm:pt modelId="{DE521823-0D9C-4C50-8ABD-90FAD8EE914E}" type="pres">
      <dgm:prSet presAssocID="{379EA095-F74D-454C-807C-59443AAACB7C}" presName="iconBgRect" presStyleLbl="bgShp" presStyleIdx="1" presStyleCnt="3"/>
      <dgm:spPr/>
    </dgm:pt>
    <dgm:pt modelId="{F0AA762F-2E0C-4868-B3B0-FAFC6F659A61}" type="pres">
      <dgm:prSet presAssocID="{379EA095-F74D-454C-807C-59443AAACB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1811C6C-E8F3-41E8-9220-9714F704372E}" type="pres">
      <dgm:prSet presAssocID="{379EA095-F74D-454C-807C-59443AAACB7C}" presName="spaceRect" presStyleCnt="0"/>
      <dgm:spPr/>
    </dgm:pt>
    <dgm:pt modelId="{788F98BA-6688-494E-A56F-66200601D7B2}" type="pres">
      <dgm:prSet presAssocID="{379EA095-F74D-454C-807C-59443AAACB7C}" presName="textRect" presStyleLbl="revTx" presStyleIdx="1" presStyleCnt="3">
        <dgm:presLayoutVars>
          <dgm:chMax val="1"/>
          <dgm:chPref val="1"/>
        </dgm:presLayoutVars>
      </dgm:prSet>
      <dgm:spPr/>
    </dgm:pt>
    <dgm:pt modelId="{C18F7069-00B5-467A-BF50-FF6F27F6DA08}" type="pres">
      <dgm:prSet presAssocID="{AD861D5F-3079-4058-A8E5-8FAAAEEB6274}" presName="sibTrans" presStyleCnt="0"/>
      <dgm:spPr/>
    </dgm:pt>
    <dgm:pt modelId="{47AF5494-154C-4955-9D85-62D7DDE78FB6}" type="pres">
      <dgm:prSet presAssocID="{6B5CC929-5BF8-4652-9948-9EE3D11E4A03}" presName="compNode" presStyleCnt="0"/>
      <dgm:spPr/>
    </dgm:pt>
    <dgm:pt modelId="{13B2990B-8E99-482A-8E2A-D11AB2826B07}" type="pres">
      <dgm:prSet presAssocID="{6B5CC929-5BF8-4652-9948-9EE3D11E4A03}" presName="iconBgRect" presStyleLbl="bgShp" presStyleIdx="2" presStyleCnt="3"/>
      <dgm:spPr/>
    </dgm:pt>
    <dgm:pt modelId="{A883402C-4719-45F7-B4E1-D51E47CF520F}" type="pres">
      <dgm:prSet presAssocID="{6B5CC929-5BF8-4652-9948-9EE3D11E4A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797D097-FCF4-41A6-8D9E-7E1F204AEDC7}" type="pres">
      <dgm:prSet presAssocID="{6B5CC929-5BF8-4652-9948-9EE3D11E4A03}" presName="spaceRect" presStyleCnt="0"/>
      <dgm:spPr/>
    </dgm:pt>
    <dgm:pt modelId="{0CC48D24-461F-4F5C-9B5D-57772345F4E9}" type="pres">
      <dgm:prSet presAssocID="{6B5CC929-5BF8-4652-9948-9EE3D11E4A0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24BD412-5C55-410A-944B-A054AF1206D5}" type="presOf" srcId="{7A273A4F-58B0-45DE-8FF8-22E15BF0CBD0}" destId="{6A3B62AF-9C3E-4D95-AC20-A7380F227B5A}" srcOrd="0" destOrd="0" presId="urn:microsoft.com/office/officeart/2018/5/layout/IconCircleLabelList"/>
    <dgm:cxn modelId="{E31A6243-BAD7-4D9A-AE1E-058AAB9216C1}" type="presOf" srcId="{6B5CC929-5BF8-4652-9948-9EE3D11E4A03}" destId="{0CC48D24-461F-4F5C-9B5D-57772345F4E9}" srcOrd="0" destOrd="0" presId="urn:microsoft.com/office/officeart/2018/5/layout/IconCircleLabelList"/>
    <dgm:cxn modelId="{4A3FF76F-5332-4184-9879-16DF9D3C4C5F}" type="presOf" srcId="{379EA095-F74D-454C-807C-59443AAACB7C}" destId="{788F98BA-6688-494E-A56F-66200601D7B2}" srcOrd="0" destOrd="0" presId="urn:microsoft.com/office/officeart/2018/5/layout/IconCircleLabelList"/>
    <dgm:cxn modelId="{E6548994-5A32-4E81-91B3-9838306A45E3}" srcId="{6A96D487-4AC5-48BE-B0D8-B511434AF5CD}" destId="{7A273A4F-58B0-45DE-8FF8-22E15BF0CBD0}" srcOrd="0" destOrd="0" parTransId="{467C445D-A2DC-441D-B509-0EA68B6EC386}" sibTransId="{EA5B9510-3E69-4ABF-8F31-70B0CCD6376A}"/>
    <dgm:cxn modelId="{787055C2-EB62-4164-911C-63A9EA770422}" type="presOf" srcId="{6A96D487-4AC5-48BE-B0D8-B511434AF5CD}" destId="{D151F003-2405-4DD9-9054-73470DAFDB99}" srcOrd="0" destOrd="0" presId="urn:microsoft.com/office/officeart/2018/5/layout/IconCircleLabelList"/>
    <dgm:cxn modelId="{149C9ED6-9A45-461D-8467-E0622D5668B1}" srcId="{6A96D487-4AC5-48BE-B0D8-B511434AF5CD}" destId="{6B5CC929-5BF8-4652-9948-9EE3D11E4A03}" srcOrd="2" destOrd="0" parTransId="{7F7686D1-2AA8-40EF-984D-EAB6738CD24F}" sibTransId="{1BF5C5E1-BF90-4D3B-8003-F800B994ADDE}"/>
    <dgm:cxn modelId="{7D6BCAFB-7349-4EC4-9000-674672DBE24F}" srcId="{6A96D487-4AC5-48BE-B0D8-B511434AF5CD}" destId="{379EA095-F74D-454C-807C-59443AAACB7C}" srcOrd="1" destOrd="0" parTransId="{948348EF-ABE1-467B-B0C0-58613A455950}" sibTransId="{AD861D5F-3079-4058-A8E5-8FAAAEEB6274}"/>
    <dgm:cxn modelId="{59B127D1-062D-4200-927D-65F848E44F5C}" type="presParOf" srcId="{D151F003-2405-4DD9-9054-73470DAFDB99}" destId="{E25D0D33-1EE1-4A32-AB84-C7558CBC43D0}" srcOrd="0" destOrd="0" presId="urn:microsoft.com/office/officeart/2018/5/layout/IconCircleLabelList"/>
    <dgm:cxn modelId="{D5CCB972-91AB-48AB-A7AC-E90E916542CA}" type="presParOf" srcId="{E25D0D33-1EE1-4A32-AB84-C7558CBC43D0}" destId="{B5C72974-64BB-4E08-8A44-B63FFE9BBB10}" srcOrd="0" destOrd="0" presId="urn:microsoft.com/office/officeart/2018/5/layout/IconCircleLabelList"/>
    <dgm:cxn modelId="{B4C71E6E-CE72-48CD-8BA9-953B77FFAFD9}" type="presParOf" srcId="{E25D0D33-1EE1-4A32-AB84-C7558CBC43D0}" destId="{5C65EFB4-8EED-450B-8CF4-3B4C82A8AA3F}" srcOrd="1" destOrd="0" presId="urn:microsoft.com/office/officeart/2018/5/layout/IconCircleLabelList"/>
    <dgm:cxn modelId="{909A8634-609F-405E-9B4D-630C09951410}" type="presParOf" srcId="{E25D0D33-1EE1-4A32-AB84-C7558CBC43D0}" destId="{D4B4FCA9-6B8F-4A41-9433-AA1559173EF8}" srcOrd="2" destOrd="0" presId="urn:microsoft.com/office/officeart/2018/5/layout/IconCircleLabelList"/>
    <dgm:cxn modelId="{003EFD60-36C8-41F0-A257-F8944B7D0377}" type="presParOf" srcId="{E25D0D33-1EE1-4A32-AB84-C7558CBC43D0}" destId="{6A3B62AF-9C3E-4D95-AC20-A7380F227B5A}" srcOrd="3" destOrd="0" presId="urn:microsoft.com/office/officeart/2018/5/layout/IconCircleLabelList"/>
    <dgm:cxn modelId="{4D149EA2-4951-4390-906C-60BDCEFEDB6D}" type="presParOf" srcId="{D151F003-2405-4DD9-9054-73470DAFDB99}" destId="{DE3BB8FE-AE01-4554-9F22-0B244787F67F}" srcOrd="1" destOrd="0" presId="urn:microsoft.com/office/officeart/2018/5/layout/IconCircleLabelList"/>
    <dgm:cxn modelId="{C05C1A55-14E8-429F-BAB6-53D7311B408D}" type="presParOf" srcId="{D151F003-2405-4DD9-9054-73470DAFDB99}" destId="{E84D16C9-C403-4757-9B68-3DFBB2E6D52F}" srcOrd="2" destOrd="0" presId="urn:microsoft.com/office/officeart/2018/5/layout/IconCircleLabelList"/>
    <dgm:cxn modelId="{EDC84221-2E9C-475E-BBF0-A89C41A3979C}" type="presParOf" srcId="{E84D16C9-C403-4757-9B68-3DFBB2E6D52F}" destId="{DE521823-0D9C-4C50-8ABD-90FAD8EE914E}" srcOrd="0" destOrd="0" presId="urn:microsoft.com/office/officeart/2018/5/layout/IconCircleLabelList"/>
    <dgm:cxn modelId="{0680FCC6-8241-4FE6-9631-F5D2ECA1939F}" type="presParOf" srcId="{E84D16C9-C403-4757-9B68-3DFBB2E6D52F}" destId="{F0AA762F-2E0C-4868-B3B0-FAFC6F659A61}" srcOrd="1" destOrd="0" presId="urn:microsoft.com/office/officeart/2018/5/layout/IconCircleLabelList"/>
    <dgm:cxn modelId="{BB53C56E-75D3-466B-A627-D27234151668}" type="presParOf" srcId="{E84D16C9-C403-4757-9B68-3DFBB2E6D52F}" destId="{71811C6C-E8F3-41E8-9220-9714F704372E}" srcOrd="2" destOrd="0" presId="urn:microsoft.com/office/officeart/2018/5/layout/IconCircleLabelList"/>
    <dgm:cxn modelId="{7CF5F4A9-47CC-402E-9280-5BD269CACC22}" type="presParOf" srcId="{E84D16C9-C403-4757-9B68-3DFBB2E6D52F}" destId="{788F98BA-6688-494E-A56F-66200601D7B2}" srcOrd="3" destOrd="0" presId="urn:microsoft.com/office/officeart/2018/5/layout/IconCircleLabelList"/>
    <dgm:cxn modelId="{23F02BEF-7AEE-4705-B656-0F2801914ECD}" type="presParOf" srcId="{D151F003-2405-4DD9-9054-73470DAFDB99}" destId="{C18F7069-00B5-467A-BF50-FF6F27F6DA08}" srcOrd="3" destOrd="0" presId="urn:microsoft.com/office/officeart/2018/5/layout/IconCircleLabelList"/>
    <dgm:cxn modelId="{3B7B695E-BBC9-452A-BA78-56DBA7807E15}" type="presParOf" srcId="{D151F003-2405-4DD9-9054-73470DAFDB99}" destId="{47AF5494-154C-4955-9D85-62D7DDE78FB6}" srcOrd="4" destOrd="0" presId="urn:microsoft.com/office/officeart/2018/5/layout/IconCircleLabelList"/>
    <dgm:cxn modelId="{843409C2-069E-4CD5-AE54-272A4B5CC261}" type="presParOf" srcId="{47AF5494-154C-4955-9D85-62D7DDE78FB6}" destId="{13B2990B-8E99-482A-8E2A-D11AB2826B07}" srcOrd="0" destOrd="0" presId="urn:microsoft.com/office/officeart/2018/5/layout/IconCircleLabelList"/>
    <dgm:cxn modelId="{7C07F124-73A8-4C41-A257-0A336A0CCAB9}" type="presParOf" srcId="{47AF5494-154C-4955-9D85-62D7DDE78FB6}" destId="{A883402C-4719-45F7-B4E1-D51E47CF520F}" srcOrd="1" destOrd="0" presId="urn:microsoft.com/office/officeart/2018/5/layout/IconCircleLabelList"/>
    <dgm:cxn modelId="{06F038C5-C9B2-4CAE-BAB7-80568908E0B0}" type="presParOf" srcId="{47AF5494-154C-4955-9D85-62D7DDE78FB6}" destId="{0797D097-FCF4-41A6-8D9E-7E1F204AEDC7}" srcOrd="2" destOrd="0" presId="urn:microsoft.com/office/officeart/2018/5/layout/IconCircleLabelList"/>
    <dgm:cxn modelId="{E220BC21-635F-4DC6-9E83-0776A0382418}" type="presParOf" srcId="{47AF5494-154C-4955-9D85-62D7DDE78FB6}" destId="{0CC48D24-461F-4F5C-9B5D-57772345F4E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CAFCCBA-40F6-4915-8D9D-1BEA9AB6AA6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628D5F-F314-4677-BEE7-EC9287E43B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Risk:</a:t>
          </a:r>
          <a:r>
            <a:rPr lang="en-US" b="0" i="0" baseline="0"/>
            <a:t> Over-ambitious scope. </a:t>
          </a:r>
          <a:r>
            <a:rPr lang="en-US" b="1" i="0" baseline="0"/>
            <a:t>Mitigation:</a:t>
          </a:r>
          <a:r>
            <a:rPr lang="en-US" b="0" i="0" baseline="0"/>
            <a:t> Prioritize core modules (ransomware detection + logs) and make memory/cloud optional add-ons.</a:t>
          </a:r>
          <a:endParaRPr lang="en-US"/>
        </a:p>
      </dgm:t>
    </dgm:pt>
    <dgm:pt modelId="{C4C49EFA-814D-4279-8CFC-AD951BD68F82}" type="parTrans" cxnId="{322125DF-2E30-4459-97AE-066788CAEEFA}">
      <dgm:prSet/>
      <dgm:spPr/>
      <dgm:t>
        <a:bodyPr/>
        <a:lstStyle/>
        <a:p>
          <a:endParaRPr lang="en-US"/>
        </a:p>
      </dgm:t>
    </dgm:pt>
    <dgm:pt modelId="{E1BF3ADE-2FBB-4F71-903A-97C0126E1DB4}" type="sibTrans" cxnId="{322125DF-2E30-4459-97AE-066788CAEEFA}">
      <dgm:prSet/>
      <dgm:spPr/>
      <dgm:t>
        <a:bodyPr/>
        <a:lstStyle/>
        <a:p>
          <a:endParaRPr lang="en-US"/>
        </a:p>
      </dgm:t>
    </dgm:pt>
    <dgm:pt modelId="{DCB1B188-3331-417C-8141-6F6D1F7C87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Risk:</a:t>
          </a:r>
          <a:r>
            <a:rPr lang="en-US" b="0" i="0" baseline="0"/>
            <a:t> Tooling complexity (Elasticsearch/Neo4j). </a:t>
          </a:r>
          <a:r>
            <a:rPr lang="en-US" b="1" i="0" baseline="0"/>
            <a:t>Mitigation:</a:t>
          </a:r>
          <a:r>
            <a:rPr lang="en-US" b="0" i="0" baseline="0"/>
            <a:t> Start with lightweight SQLite/NetworkX prototypes and upgrade if time permits.</a:t>
          </a:r>
          <a:endParaRPr lang="en-US"/>
        </a:p>
      </dgm:t>
    </dgm:pt>
    <dgm:pt modelId="{526F36E9-8584-4713-9DEE-E0692EDD9076}" type="parTrans" cxnId="{D788A7B7-ADD7-4A62-8FCB-79E8A89C92AE}">
      <dgm:prSet/>
      <dgm:spPr/>
      <dgm:t>
        <a:bodyPr/>
        <a:lstStyle/>
        <a:p>
          <a:endParaRPr lang="en-US"/>
        </a:p>
      </dgm:t>
    </dgm:pt>
    <dgm:pt modelId="{B2B13A0C-48D8-4DB3-915E-46D32AC568BB}" type="sibTrans" cxnId="{D788A7B7-ADD7-4A62-8FCB-79E8A89C92AE}">
      <dgm:prSet/>
      <dgm:spPr/>
      <dgm:t>
        <a:bodyPr/>
        <a:lstStyle/>
        <a:p>
          <a:endParaRPr lang="en-US"/>
        </a:p>
      </dgm:t>
    </dgm:pt>
    <dgm:pt modelId="{4E143529-6A62-4DDE-971F-F842C30728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Risk:</a:t>
          </a:r>
          <a:r>
            <a:rPr lang="en-US" b="0" i="0" baseline="0"/>
            <a:t> Data sensitivity. </a:t>
          </a:r>
          <a:r>
            <a:rPr lang="en-US" b="1" i="0" baseline="0"/>
            <a:t>Mitigation:</a:t>
          </a:r>
          <a:r>
            <a:rPr lang="en-US" b="0" i="0" baseline="0"/>
            <a:t> Use test accounts a</a:t>
          </a:r>
          <a:endParaRPr lang="en-US"/>
        </a:p>
      </dgm:t>
    </dgm:pt>
    <dgm:pt modelId="{F83C2AF8-646D-4EF5-9026-3BA85C841576}" type="parTrans" cxnId="{2B7FC4A7-B802-4F3C-8E11-573368784B0C}">
      <dgm:prSet/>
      <dgm:spPr/>
      <dgm:t>
        <a:bodyPr/>
        <a:lstStyle/>
        <a:p>
          <a:endParaRPr lang="en-US"/>
        </a:p>
      </dgm:t>
    </dgm:pt>
    <dgm:pt modelId="{8E340458-CD0B-4B16-A4FE-C38ABD90909E}" type="sibTrans" cxnId="{2B7FC4A7-B802-4F3C-8E11-573368784B0C}">
      <dgm:prSet/>
      <dgm:spPr/>
      <dgm:t>
        <a:bodyPr/>
        <a:lstStyle/>
        <a:p>
          <a:endParaRPr lang="en-US"/>
        </a:p>
      </dgm:t>
    </dgm:pt>
    <dgm:pt modelId="{AB92686A-796C-4CA1-AA89-BA55990FC395}" type="pres">
      <dgm:prSet presAssocID="{ACAFCCBA-40F6-4915-8D9D-1BEA9AB6AA64}" presName="root" presStyleCnt="0">
        <dgm:presLayoutVars>
          <dgm:dir/>
          <dgm:resizeHandles val="exact"/>
        </dgm:presLayoutVars>
      </dgm:prSet>
      <dgm:spPr/>
    </dgm:pt>
    <dgm:pt modelId="{29CFDDBE-95F3-42F6-AA8D-FB413B31A949}" type="pres">
      <dgm:prSet presAssocID="{F8628D5F-F314-4677-BEE7-EC9287E43B99}" presName="compNode" presStyleCnt="0"/>
      <dgm:spPr/>
    </dgm:pt>
    <dgm:pt modelId="{6D72C43D-3CB6-4820-A2E1-F00BAA2D7096}" type="pres">
      <dgm:prSet presAssocID="{F8628D5F-F314-4677-BEE7-EC9287E43B99}" presName="bgRect" presStyleLbl="bgShp" presStyleIdx="0" presStyleCnt="3"/>
      <dgm:spPr/>
    </dgm:pt>
    <dgm:pt modelId="{32406AF8-D104-4AF6-AF96-B8D06237A40D}" type="pres">
      <dgm:prSet presAssocID="{F8628D5F-F314-4677-BEE7-EC9287E43B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3009BDE-2F1D-42AB-B3C2-4DE9E31FF788}" type="pres">
      <dgm:prSet presAssocID="{F8628D5F-F314-4677-BEE7-EC9287E43B99}" presName="spaceRect" presStyleCnt="0"/>
      <dgm:spPr/>
    </dgm:pt>
    <dgm:pt modelId="{99A92E9C-A5AB-4EF1-896E-3C074ED72212}" type="pres">
      <dgm:prSet presAssocID="{F8628D5F-F314-4677-BEE7-EC9287E43B99}" presName="parTx" presStyleLbl="revTx" presStyleIdx="0" presStyleCnt="3">
        <dgm:presLayoutVars>
          <dgm:chMax val="0"/>
          <dgm:chPref val="0"/>
        </dgm:presLayoutVars>
      </dgm:prSet>
      <dgm:spPr/>
    </dgm:pt>
    <dgm:pt modelId="{F2ACCB8B-E535-458E-AEF3-E60A575B3674}" type="pres">
      <dgm:prSet presAssocID="{E1BF3ADE-2FBB-4F71-903A-97C0126E1DB4}" presName="sibTrans" presStyleCnt="0"/>
      <dgm:spPr/>
    </dgm:pt>
    <dgm:pt modelId="{51724B42-BC6A-4765-AA5F-27DDBB649846}" type="pres">
      <dgm:prSet presAssocID="{DCB1B188-3331-417C-8141-6F6D1F7C87B9}" presName="compNode" presStyleCnt="0"/>
      <dgm:spPr/>
    </dgm:pt>
    <dgm:pt modelId="{F44C3BDD-FC15-4197-AA37-674B686AA701}" type="pres">
      <dgm:prSet presAssocID="{DCB1B188-3331-417C-8141-6F6D1F7C87B9}" presName="bgRect" presStyleLbl="bgShp" presStyleIdx="1" presStyleCnt="3"/>
      <dgm:spPr/>
    </dgm:pt>
    <dgm:pt modelId="{51D88C74-BDA3-47D7-946A-893BE43EDDCB}" type="pres">
      <dgm:prSet presAssocID="{DCB1B188-3331-417C-8141-6F6D1F7C87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002B983-8114-4657-8F51-405A29184178}" type="pres">
      <dgm:prSet presAssocID="{DCB1B188-3331-417C-8141-6F6D1F7C87B9}" presName="spaceRect" presStyleCnt="0"/>
      <dgm:spPr/>
    </dgm:pt>
    <dgm:pt modelId="{EA1CF3F4-6A18-4FEE-BAE1-99C1E5A428F2}" type="pres">
      <dgm:prSet presAssocID="{DCB1B188-3331-417C-8141-6F6D1F7C87B9}" presName="parTx" presStyleLbl="revTx" presStyleIdx="1" presStyleCnt="3">
        <dgm:presLayoutVars>
          <dgm:chMax val="0"/>
          <dgm:chPref val="0"/>
        </dgm:presLayoutVars>
      </dgm:prSet>
      <dgm:spPr/>
    </dgm:pt>
    <dgm:pt modelId="{5270A5A1-AB23-4105-AA8B-F3D0AD04F325}" type="pres">
      <dgm:prSet presAssocID="{B2B13A0C-48D8-4DB3-915E-46D32AC568BB}" presName="sibTrans" presStyleCnt="0"/>
      <dgm:spPr/>
    </dgm:pt>
    <dgm:pt modelId="{D729A14A-4424-498B-9528-97D3E25E0805}" type="pres">
      <dgm:prSet presAssocID="{4E143529-6A62-4DDE-971F-F842C30728EB}" presName="compNode" presStyleCnt="0"/>
      <dgm:spPr/>
    </dgm:pt>
    <dgm:pt modelId="{948F7D73-F4B9-4D41-83EF-E5F1B7490F53}" type="pres">
      <dgm:prSet presAssocID="{4E143529-6A62-4DDE-971F-F842C30728EB}" presName="bgRect" presStyleLbl="bgShp" presStyleIdx="2" presStyleCnt="3"/>
      <dgm:spPr/>
    </dgm:pt>
    <dgm:pt modelId="{51E7B25F-69C0-4052-BC62-C909C38D10B2}" type="pres">
      <dgm:prSet presAssocID="{4E143529-6A62-4DDE-971F-F842C30728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0692C10D-E4B9-459C-ADA7-332F47587E2C}" type="pres">
      <dgm:prSet presAssocID="{4E143529-6A62-4DDE-971F-F842C30728EB}" presName="spaceRect" presStyleCnt="0"/>
      <dgm:spPr/>
    </dgm:pt>
    <dgm:pt modelId="{BCC1B93A-8599-4BF2-B3E7-03A0CDCFC0A8}" type="pres">
      <dgm:prSet presAssocID="{4E143529-6A62-4DDE-971F-F842C30728E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9B60B13-D3BA-47F9-9C83-9707FA5ED097}" type="presOf" srcId="{F8628D5F-F314-4677-BEE7-EC9287E43B99}" destId="{99A92E9C-A5AB-4EF1-896E-3C074ED72212}" srcOrd="0" destOrd="0" presId="urn:microsoft.com/office/officeart/2018/2/layout/IconVerticalSolidList"/>
    <dgm:cxn modelId="{C69D047E-C547-41F7-8CD0-AE9B8A93653E}" type="presOf" srcId="{4E143529-6A62-4DDE-971F-F842C30728EB}" destId="{BCC1B93A-8599-4BF2-B3E7-03A0CDCFC0A8}" srcOrd="0" destOrd="0" presId="urn:microsoft.com/office/officeart/2018/2/layout/IconVerticalSolidList"/>
    <dgm:cxn modelId="{2B7FC4A7-B802-4F3C-8E11-573368784B0C}" srcId="{ACAFCCBA-40F6-4915-8D9D-1BEA9AB6AA64}" destId="{4E143529-6A62-4DDE-971F-F842C30728EB}" srcOrd="2" destOrd="0" parTransId="{F83C2AF8-646D-4EF5-9026-3BA85C841576}" sibTransId="{8E340458-CD0B-4B16-A4FE-C38ABD90909E}"/>
    <dgm:cxn modelId="{D788A7B7-ADD7-4A62-8FCB-79E8A89C92AE}" srcId="{ACAFCCBA-40F6-4915-8D9D-1BEA9AB6AA64}" destId="{DCB1B188-3331-417C-8141-6F6D1F7C87B9}" srcOrd="1" destOrd="0" parTransId="{526F36E9-8584-4713-9DEE-E0692EDD9076}" sibTransId="{B2B13A0C-48D8-4DB3-915E-46D32AC568BB}"/>
    <dgm:cxn modelId="{322125DF-2E30-4459-97AE-066788CAEEFA}" srcId="{ACAFCCBA-40F6-4915-8D9D-1BEA9AB6AA64}" destId="{F8628D5F-F314-4677-BEE7-EC9287E43B99}" srcOrd="0" destOrd="0" parTransId="{C4C49EFA-814D-4279-8CFC-AD951BD68F82}" sibTransId="{E1BF3ADE-2FBB-4F71-903A-97C0126E1DB4}"/>
    <dgm:cxn modelId="{B9942BE3-0C0F-46E9-9510-404BECDE1A3C}" type="presOf" srcId="{ACAFCCBA-40F6-4915-8D9D-1BEA9AB6AA64}" destId="{AB92686A-796C-4CA1-AA89-BA55990FC395}" srcOrd="0" destOrd="0" presId="urn:microsoft.com/office/officeart/2018/2/layout/IconVerticalSolidList"/>
    <dgm:cxn modelId="{D8484DF5-B444-40A0-B54A-CAB7F7365933}" type="presOf" srcId="{DCB1B188-3331-417C-8141-6F6D1F7C87B9}" destId="{EA1CF3F4-6A18-4FEE-BAE1-99C1E5A428F2}" srcOrd="0" destOrd="0" presId="urn:microsoft.com/office/officeart/2018/2/layout/IconVerticalSolidList"/>
    <dgm:cxn modelId="{F011903E-861B-44E7-9EFE-2FC35F507D90}" type="presParOf" srcId="{AB92686A-796C-4CA1-AA89-BA55990FC395}" destId="{29CFDDBE-95F3-42F6-AA8D-FB413B31A949}" srcOrd="0" destOrd="0" presId="urn:microsoft.com/office/officeart/2018/2/layout/IconVerticalSolidList"/>
    <dgm:cxn modelId="{3DAD1590-F3D6-4E85-BA9B-7638B5B94050}" type="presParOf" srcId="{29CFDDBE-95F3-42F6-AA8D-FB413B31A949}" destId="{6D72C43D-3CB6-4820-A2E1-F00BAA2D7096}" srcOrd="0" destOrd="0" presId="urn:microsoft.com/office/officeart/2018/2/layout/IconVerticalSolidList"/>
    <dgm:cxn modelId="{0FB109C8-199B-4A2C-92D0-3A75B5926BBB}" type="presParOf" srcId="{29CFDDBE-95F3-42F6-AA8D-FB413B31A949}" destId="{32406AF8-D104-4AF6-AF96-B8D06237A40D}" srcOrd="1" destOrd="0" presId="urn:microsoft.com/office/officeart/2018/2/layout/IconVerticalSolidList"/>
    <dgm:cxn modelId="{9A1C2BF0-6E25-4959-A2C1-7B137130D2A4}" type="presParOf" srcId="{29CFDDBE-95F3-42F6-AA8D-FB413B31A949}" destId="{53009BDE-2F1D-42AB-B3C2-4DE9E31FF788}" srcOrd="2" destOrd="0" presId="urn:microsoft.com/office/officeart/2018/2/layout/IconVerticalSolidList"/>
    <dgm:cxn modelId="{39C81F01-D2C7-4B7A-BF83-07C9D448C453}" type="presParOf" srcId="{29CFDDBE-95F3-42F6-AA8D-FB413B31A949}" destId="{99A92E9C-A5AB-4EF1-896E-3C074ED72212}" srcOrd="3" destOrd="0" presId="urn:microsoft.com/office/officeart/2018/2/layout/IconVerticalSolidList"/>
    <dgm:cxn modelId="{E408553D-F4A9-41C7-8DF1-6F68D0FFE86A}" type="presParOf" srcId="{AB92686A-796C-4CA1-AA89-BA55990FC395}" destId="{F2ACCB8B-E535-458E-AEF3-E60A575B3674}" srcOrd="1" destOrd="0" presId="urn:microsoft.com/office/officeart/2018/2/layout/IconVerticalSolidList"/>
    <dgm:cxn modelId="{3D4AD05E-54B8-482C-914C-DBD8F596E9DF}" type="presParOf" srcId="{AB92686A-796C-4CA1-AA89-BA55990FC395}" destId="{51724B42-BC6A-4765-AA5F-27DDBB649846}" srcOrd="2" destOrd="0" presId="urn:microsoft.com/office/officeart/2018/2/layout/IconVerticalSolidList"/>
    <dgm:cxn modelId="{E92C1B06-CC5B-4EF7-8E73-B53D86C7B418}" type="presParOf" srcId="{51724B42-BC6A-4765-AA5F-27DDBB649846}" destId="{F44C3BDD-FC15-4197-AA37-674B686AA701}" srcOrd="0" destOrd="0" presId="urn:microsoft.com/office/officeart/2018/2/layout/IconVerticalSolidList"/>
    <dgm:cxn modelId="{CD728F9F-0DAD-4917-ACB3-46271FF79A0B}" type="presParOf" srcId="{51724B42-BC6A-4765-AA5F-27DDBB649846}" destId="{51D88C74-BDA3-47D7-946A-893BE43EDDCB}" srcOrd="1" destOrd="0" presId="urn:microsoft.com/office/officeart/2018/2/layout/IconVerticalSolidList"/>
    <dgm:cxn modelId="{9C9BBAC5-A72D-480E-B1BC-677CEC5119E1}" type="presParOf" srcId="{51724B42-BC6A-4765-AA5F-27DDBB649846}" destId="{1002B983-8114-4657-8F51-405A29184178}" srcOrd="2" destOrd="0" presId="urn:microsoft.com/office/officeart/2018/2/layout/IconVerticalSolidList"/>
    <dgm:cxn modelId="{C6EE0531-1235-475F-B795-27DA115F2109}" type="presParOf" srcId="{51724B42-BC6A-4765-AA5F-27DDBB649846}" destId="{EA1CF3F4-6A18-4FEE-BAE1-99C1E5A428F2}" srcOrd="3" destOrd="0" presId="urn:microsoft.com/office/officeart/2018/2/layout/IconVerticalSolidList"/>
    <dgm:cxn modelId="{DE1E74FE-FAB5-403D-B3A8-C66B5701EBAC}" type="presParOf" srcId="{AB92686A-796C-4CA1-AA89-BA55990FC395}" destId="{5270A5A1-AB23-4105-AA8B-F3D0AD04F325}" srcOrd="3" destOrd="0" presId="urn:microsoft.com/office/officeart/2018/2/layout/IconVerticalSolidList"/>
    <dgm:cxn modelId="{F1A11820-9E20-4E3E-BDC5-7403F3A35BCC}" type="presParOf" srcId="{AB92686A-796C-4CA1-AA89-BA55990FC395}" destId="{D729A14A-4424-498B-9528-97D3E25E0805}" srcOrd="4" destOrd="0" presId="urn:microsoft.com/office/officeart/2018/2/layout/IconVerticalSolidList"/>
    <dgm:cxn modelId="{68AAABBF-F2A4-4524-89B2-8EBB96FF8039}" type="presParOf" srcId="{D729A14A-4424-498B-9528-97D3E25E0805}" destId="{948F7D73-F4B9-4D41-83EF-E5F1B7490F53}" srcOrd="0" destOrd="0" presId="urn:microsoft.com/office/officeart/2018/2/layout/IconVerticalSolidList"/>
    <dgm:cxn modelId="{811F920A-A3C1-478D-A8D0-A533D1B14BA7}" type="presParOf" srcId="{D729A14A-4424-498B-9528-97D3E25E0805}" destId="{51E7B25F-69C0-4052-BC62-C909C38D10B2}" srcOrd="1" destOrd="0" presId="urn:microsoft.com/office/officeart/2018/2/layout/IconVerticalSolidList"/>
    <dgm:cxn modelId="{74C9EBB3-EF5E-4855-9373-EF78C9186273}" type="presParOf" srcId="{D729A14A-4424-498B-9528-97D3E25E0805}" destId="{0692C10D-E4B9-459C-ADA7-332F47587E2C}" srcOrd="2" destOrd="0" presId="urn:microsoft.com/office/officeart/2018/2/layout/IconVerticalSolidList"/>
    <dgm:cxn modelId="{42A4C74C-8DA0-4378-926D-4D4117AE24CA}" type="presParOf" srcId="{D729A14A-4424-498B-9528-97D3E25E0805}" destId="{BCC1B93A-8599-4BF2-B3E7-03A0CDCFC0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4778F-B400-41F7-8A6D-24D255C1EF02}">
      <dsp:nvSpPr>
        <dsp:cNvPr id="0" name=""/>
        <dsp:cNvSpPr/>
      </dsp:nvSpPr>
      <dsp:spPr>
        <a:xfrm>
          <a:off x="0" y="680"/>
          <a:ext cx="6574112" cy="1591344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81486-FCD3-4C7D-A803-340C40F5423F}">
      <dsp:nvSpPr>
        <dsp:cNvPr id="0" name=""/>
        <dsp:cNvSpPr/>
      </dsp:nvSpPr>
      <dsp:spPr>
        <a:xfrm>
          <a:off x="481381" y="358732"/>
          <a:ext cx="875239" cy="8752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4606B-CA8E-4519-8CD0-B8EA7BB1591D}">
      <dsp:nvSpPr>
        <dsp:cNvPr id="0" name=""/>
        <dsp:cNvSpPr/>
      </dsp:nvSpPr>
      <dsp:spPr>
        <a:xfrm>
          <a:off x="1838002" y="680"/>
          <a:ext cx="473610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How effectively can cross-source correlation improve timeline accuracy compared to single-source analysis</a:t>
          </a:r>
          <a:r>
            <a:rPr lang="en-US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38002" y="680"/>
        <a:ext cx="4736109" cy="1591344"/>
      </dsp:txXfrm>
    </dsp:sp>
    <dsp:sp modelId="{E429F5C5-6091-48A6-BB7E-00FA5D2B97CF}">
      <dsp:nvSpPr>
        <dsp:cNvPr id="0" name=""/>
        <dsp:cNvSpPr/>
      </dsp:nvSpPr>
      <dsp:spPr>
        <a:xfrm>
          <a:off x="0" y="1989860"/>
          <a:ext cx="6574112" cy="1591344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B4986-9342-4C8E-A543-1FE512C2A763}">
      <dsp:nvSpPr>
        <dsp:cNvPr id="0" name=""/>
        <dsp:cNvSpPr/>
      </dsp:nvSpPr>
      <dsp:spPr>
        <a:xfrm>
          <a:off x="481381" y="2347913"/>
          <a:ext cx="875239" cy="8752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EDA11-59EB-430C-93BA-D940F114F021}">
      <dsp:nvSpPr>
        <dsp:cNvPr id="0" name=""/>
        <dsp:cNvSpPr/>
      </dsp:nvSpPr>
      <dsp:spPr>
        <a:xfrm>
          <a:off x="1838002" y="1989860"/>
          <a:ext cx="473610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What combination of memory artifacts and filesystem behaviors provides the strongest evidence for ransomware involvement</a:t>
          </a:r>
          <a:r>
            <a:rPr lang="en-US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38002" y="1989860"/>
        <a:ext cx="4736109" cy="1591344"/>
      </dsp:txXfrm>
    </dsp:sp>
    <dsp:sp modelId="{CF6F414F-DBEC-4EEF-9C0F-D9F17725FFB9}">
      <dsp:nvSpPr>
        <dsp:cNvPr id="0" name=""/>
        <dsp:cNvSpPr/>
      </dsp:nvSpPr>
      <dsp:spPr>
        <a:xfrm>
          <a:off x="0" y="3979041"/>
          <a:ext cx="6574112" cy="1591344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016BC-EE36-4D7B-9BA8-940F78D9A8D0}">
      <dsp:nvSpPr>
        <dsp:cNvPr id="0" name=""/>
        <dsp:cNvSpPr/>
      </dsp:nvSpPr>
      <dsp:spPr>
        <a:xfrm>
          <a:off x="481381" y="4337093"/>
          <a:ext cx="875239" cy="8752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3A8CC-4983-4EDB-A339-B85476DF875E}">
      <dsp:nvSpPr>
        <dsp:cNvPr id="0" name=""/>
        <dsp:cNvSpPr/>
      </dsp:nvSpPr>
      <dsp:spPr>
        <a:xfrm>
          <a:off x="1838002" y="3979041"/>
          <a:ext cx="473610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How feasible is automated cloud metadata analysis for proving exfiltration or tampering</a:t>
          </a:r>
          <a:r>
            <a:rPr lang="en-US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38002" y="3979041"/>
        <a:ext cx="4736109" cy="1591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CD5C3-3637-46F2-9150-15AC96BAC6E5}">
      <dsp:nvSpPr>
        <dsp:cNvPr id="0" name=""/>
        <dsp:cNvSpPr/>
      </dsp:nvSpPr>
      <dsp:spPr>
        <a:xfrm>
          <a:off x="0" y="73575"/>
          <a:ext cx="4754880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 scope:</a:t>
          </a:r>
        </a:p>
      </dsp:txBody>
      <dsp:txXfrm>
        <a:off x="28957" y="102532"/>
        <a:ext cx="4696966" cy="535276"/>
      </dsp:txXfrm>
    </dsp:sp>
    <dsp:sp modelId="{D757A780-050E-4F2E-B406-A5F523354D36}">
      <dsp:nvSpPr>
        <dsp:cNvPr id="0" name=""/>
        <dsp:cNvSpPr/>
      </dsp:nvSpPr>
      <dsp:spPr>
        <a:xfrm>
          <a:off x="0" y="666765"/>
          <a:ext cx="4754880" cy="3283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96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Memory Forensics (Volatility-based analysis)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Log ingestion and correlation (system logs, Sysmon, firewall logs, web server logs)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Cloud metadata analysis for common providers (Google Drive / AWS S3 / OneDrive) via metadata and API access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Ransomware artifact detection (heuristics &amp; rule-based)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Dashboard and report generation prototype (web-based)</a:t>
          </a:r>
        </a:p>
      </dsp:txBody>
      <dsp:txXfrm>
        <a:off x="0" y="666765"/>
        <a:ext cx="4754880" cy="32830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A3AFC-C67D-4026-BF94-275072AC0412}">
      <dsp:nvSpPr>
        <dsp:cNvPr id="0" name=""/>
        <dsp:cNvSpPr/>
      </dsp:nvSpPr>
      <dsp:spPr>
        <a:xfrm>
          <a:off x="0" y="64102"/>
          <a:ext cx="4754880" cy="7528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Out Of Scope: </a:t>
          </a:r>
        </a:p>
      </dsp:txBody>
      <dsp:txXfrm>
        <a:off x="36753" y="100855"/>
        <a:ext cx="4681374" cy="679389"/>
      </dsp:txXfrm>
    </dsp:sp>
    <dsp:sp modelId="{8A78F460-A452-4B46-AD06-945509AF80D9}">
      <dsp:nvSpPr>
        <dsp:cNvPr id="0" name=""/>
        <dsp:cNvSpPr/>
      </dsp:nvSpPr>
      <dsp:spPr>
        <a:xfrm>
          <a:off x="0" y="816997"/>
          <a:ext cx="4754880" cy="314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967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Creating or deploying actual ransomware payloads in the wild (only safe, controlled lab simulations)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Enterprise-scale, real-time SIEM deployments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Deep machine-learning malware classification (beyond basic heuristics)</a:t>
          </a:r>
        </a:p>
      </dsp:txBody>
      <dsp:txXfrm>
        <a:off x="0" y="816997"/>
        <a:ext cx="4754880" cy="31422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07C84-64F2-4EBB-9710-EFC768A2C88F}">
      <dsp:nvSpPr>
        <dsp:cNvPr id="0" name=""/>
        <dsp:cNvSpPr/>
      </dsp:nvSpPr>
      <dsp:spPr>
        <a:xfrm>
          <a:off x="359808" y="259655"/>
          <a:ext cx="813253" cy="81325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62FA4C-C2E9-4989-9A3B-937A7F255735}">
      <dsp:nvSpPr>
        <dsp:cNvPr id="0" name=""/>
        <dsp:cNvSpPr/>
      </dsp:nvSpPr>
      <dsp:spPr>
        <a:xfrm>
          <a:off x="530591" y="430439"/>
          <a:ext cx="471686" cy="4716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E788A-EDC0-4252-9A25-9BF04B856DDB}">
      <dsp:nvSpPr>
        <dsp:cNvPr id="0" name=""/>
        <dsp:cNvSpPr/>
      </dsp:nvSpPr>
      <dsp:spPr>
        <a:xfrm>
          <a:off x="1347329" y="259655"/>
          <a:ext cx="1916953" cy="813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Inputs: Memory dumps (.raw/.img), filesystem snapshot (hash list + metadata), system and application logs (Windows Event Logs, Sysmon, firewall), cloud metadata (via APIs), optional pcap network captures.</a:t>
          </a:r>
        </a:p>
      </dsp:txBody>
      <dsp:txXfrm>
        <a:off x="1347329" y="259655"/>
        <a:ext cx="1916953" cy="813253"/>
      </dsp:txXfrm>
    </dsp:sp>
    <dsp:sp modelId="{2D616884-82B8-4D2B-A2E1-83488C99769F}">
      <dsp:nvSpPr>
        <dsp:cNvPr id="0" name=""/>
        <dsp:cNvSpPr/>
      </dsp:nvSpPr>
      <dsp:spPr>
        <a:xfrm>
          <a:off x="3598298" y="259655"/>
          <a:ext cx="813253" cy="81325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FB429-7663-4E25-8DE2-FE21BFEF46AC}">
      <dsp:nvSpPr>
        <dsp:cNvPr id="0" name=""/>
        <dsp:cNvSpPr/>
      </dsp:nvSpPr>
      <dsp:spPr>
        <a:xfrm>
          <a:off x="3769081" y="430439"/>
          <a:ext cx="471686" cy="4716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A50ED-48E4-47FB-ABAB-F5A128756B65}">
      <dsp:nvSpPr>
        <dsp:cNvPr id="0" name=""/>
        <dsp:cNvSpPr/>
      </dsp:nvSpPr>
      <dsp:spPr>
        <a:xfrm>
          <a:off x="4585819" y="259655"/>
          <a:ext cx="1916953" cy="813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Preprocessing: Normalize logs (timestamps to UTC, canonical field names), compute file hashes, convert memory dumps into parsed objects via Volatility plugins.</a:t>
          </a:r>
        </a:p>
      </dsp:txBody>
      <dsp:txXfrm>
        <a:off x="4585819" y="259655"/>
        <a:ext cx="1916953" cy="813253"/>
      </dsp:txXfrm>
    </dsp:sp>
    <dsp:sp modelId="{AEACDB86-4CCB-4C82-8DCC-4B809C8DD55B}">
      <dsp:nvSpPr>
        <dsp:cNvPr id="0" name=""/>
        <dsp:cNvSpPr/>
      </dsp:nvSpPr>
      <dsp:spPr>
        <a:xfrm>
          <a:off x="6836788" y="259655"/>
          <a:ext cx="813253" cy="81325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E464C4-639D-4086-B18D-2A9AF25EF035}">
      <dsp:nvSpPr>
        <dsp:cNvPr id="0" name=""/>
        <dsp:cNvSpPr/>
      </dsp:nvSpPr>
      <dsp:spPr>
        <a:xfrm>
          <a:off x="7007571" y="430439"/>
          <a:ext cx="471686" cy="4716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50DE1-3C29-488B-B8D2-6CF618C64C47}">
      <dsp:nvSpPr>
        <dsp:cNvPr id="0" name=""/>
        <dsp:cNvSpPr/>
      </dsp:nvSpPr>
      <dsp:spPr>
        <a:xfrm>
          <a:off x="7824310" y="259655"/>
          <a:ext cx="1916953" cy="813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Analysis Modules: Memory Forensics, Ransomware Detector, Log Parser &amp; Correlator, Cloud Forensic Collector.</a:t>
          </a:r>
        </a:p>
      </dsp:txBody>
      <dsp:txXfrm>
        <a:off x="7824310" y="259655"/>
        <a:ext cx="1916953" cy="813253"/>
      </dsp:txXfrm>
    </dsp:sp>
    <dsp:sp modelId="{CBF8F2BC-D3DB-4FBD-8846-923180FA4E6A}">
      <dsp:nvSpPr>
        <dsp:cNvPr id="0" name=""/>
        <dsp:cNvSpPr/>
      </dsp:nvSpPr>
      <dsp:spPr>
        <a:xfrm>
          <a:off x="359808" y="1512413"/>
          <a:ext cx="813253" cy="81325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CB8F5-88F6-4CD5-BCD8-EEB38DBCBD9F}">
      <dsp:nvSpPr>
        <dsp:cNvPr id="0" name=""/>
        <dsp:cNvSpPr/>
      </dsp:nvSpPr>
      <dsp:spPr>
        <a:xfrm>
          <a:off x="530591" y="1683197"/>
          <a:ext cx="471686" cy="4716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C8ADF-ED89-4BF2-9E61-8212E8314509}">
      <dsp:nvSpPr>
        <dsp:cNvPr id="0" name=""/>
        <dsp:cNvSpPr/>
      </dsp:nvSpPr>
      <dsp:spPr>
        <a:xfrm>
          <a:off x="1347329" y="1512413"/>
          <a:ext cx="1916953" cy="813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Correlation Engine: Merge artifacts by timestamp, process ID, file hash, and network indicators to create a unified timeline.</a:t>
          </a:r>
        </a:p>
      </dsp:txBody>
      <dsp:txXfrm>
        <a:off x="1347329" y="1512413"/>
        <a:ext cx="1916953" cy="813253"/>
      </dsp:txXfrm>
    </dsp:sp>
    <dsp:sp modelId="{86645A37-2CB4-4025-97A4-8451F7A69CA9}">
      <dsp:nvSpPr>
        <dsp:cNvPr id="0" name=""/>
        <dsp:cNvSpPr/>
      </dsp:nvSpPr>
      <dsp:spPr>
        <a:xfrm>
          <a:off x="3598298" y="1512413"/>
          <a:ext cx="813253" cy="81325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0D6C4-D927-4AE4-A6D0-35DFF30971B2}">
      <dsp:nvSpPr>
        <dsp:cNvPr id="0" name=""/>
        <dsp:cNvSpPr/>
      </dsp:nvSpPr>
      <dsp:spPr>
        <a:xfrm>
          <a:off x="3769081" y="1683197"/>
          <a:ext cx="471686" cy="4716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6CB00-E2A5-481F-9516-B27048E39425}">
      <dsp:nvSpPr>
        <dsp:cNvPr id="0" name=""/>
        <dsp:cNvSpPr/>
      </dsp:nvSpPr>
      <dsp:spPr>
        <a:xfrm>
          <a:off x="4585819" y="1512413"/>
          <a:ext cx="1916953" cy="813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Output: Interactive dashboard (timeline view, IOC list) + PDF/HTML forensic report.</a:t>
          </a:r>
        </a:p>
      </dsp:txBody>
      <dsp:txXfrm>
        <a:off x="4585819" y="1512413"/>
        <a:ext cx="1916953" cy="8132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E1FDFA-83A8-4CD2-A4E8-A1E75066D950}">
      <dsp:nvSpPr>
        <dsp:cNvPr id="0" name=""/>
        <dsp:cNvSpPr/>
      </dsp:nvSpPr>
      <dsp:spPr>
        <a:xfrm>
          <a:off x="0" y="603"/>
          <a:ext cx="6596063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3F2F7-6DEA-4131-8D8E-B7C48CDAEBFB}">
      <dsp:nvSpPr>
        <dsp:cNvPr id="0" name=""/>
        <dsp:cNvSpPr/>
      </dsp:nvSpPr>
      <dsp:spPr>
        <a:xfrm>
          <a:off x="427016" y="318218"/>
          <a:ext cx="776392" cy="776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A354C-8794-491E-8391-495023997126}">
      <dsp:nvSpPr>
        <dsp:cNvPr id="0" name=""/>
        <dsp:cNvSpPr/>
      </dsp:nvSpPr>
      <dsp:spPr>
        <a:xfrm>
          <a:off x="1630424" y="603"/>
          <a:ext cx="4965638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Use Volatility (or Recall) to extract running processes, loaded modules, network sockets, open file handles, and potential resident ransomware artifacts.</a:t>
          </a:r>
          <a:endParaRPr lang="en-US" sz="2200" kern="1200" dirty="0"/>
        </a:p>
      </dsp:txBody>
      <dsp:txXfrm>
        <a:off x="1630424" y="603"/>
        <a:ext cx="4965638" cy="1411623"/>
      </dsp:txXfrm>
    </dsp:sp>
    <dsp:sp modelId="{AEC95455-9A00-4B01-B4CD-F16A094AA9DC}">
      <dsp:nvSpPr>
        <dsp:cNvPr id="0" name=""/>
        <dsp:cNvSpPr/>
      </dsp:nvSpPr>
      <dsp:spPr>
        <a:xfrm>
          <a:off x="0" y="1765132"/>
          <a:ext cx="6596063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1A9B-4684-4913-9BDF-7B3B02A70971}">
      <dsp:nvSpPr>
        <dsp:cNvPr id="0" name=""/>
        <dsp:cNvSpPr/>
      </dsp:nvSpPr>
      <dsp:spPr>
        <a:xfrm>
          <a:off x="427016" y="2082747"/>
          <a:ext cx="776392" cy="776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2DC69-E2CB-4055-BED6-E2574194F064}">
      <dsp:nvSpPr>
        <dsp:cNvPr id="0" name=""/>
        <dsp:cNvSpPr/>
      </dsp:nvSpPr>
      <dsp:spPr>
        <a:xfrm>
          <a:off x="1630424" y="1765132"/>
          <a:ext cx="4965638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Implement YARA rules for known ransomware patterns and strings.</a:t>
          </a:r>
          <a:endParaRPr lang="en-US" sz="2200" kern="1200"/>
        </a:p>
      </dsp:txBody>
      <dsp:txXfrm>
        <a:off x="1630424" y="1765132"/>
        <a:ext cx="4965638" cy="1411623"/>
      </dsp:txXfrm>
    </dsp:sp>
    <dsp:sp modelId="{3FA7BAB2-8C50-4854-B56B-05CC5799D78E}">
      <dsp:nvSpPr>
        <dsp:cNvPr id="0" name=""/>
        <dsp:cNvSpPr/>
      </dsp:nvSpPr>
      <dsp:spPr>
        <a:xfrm>
          <a:off x="0" y="3529661"/>
          <a:ext cx="6596063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351F9-E62A-4918-96AC-239185ABFC45}">
      <dsp:nvSpPr>
        <dsp:cNvPr id="0" name=""/>
        <dsp:cNvSpPr/>
      </dsp:nvSpPr>
      <dsp:spPr>
        <a:xfrm>
          <a:off x="427016" y="3847276"/>
          <a:ext cx="776392" cy="776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682D5-0403-48E2-BC82-A74062359360}">
      <dsp:nvSpPr>
        <dsp:cNvPr id="0" name=""/>
        <dsp:cNvSpPr/>
      </dsp:nvSpPr>
      <dsp:spPr>
        <a:xfrm>
          <a:off x="1630424" y="3529661"/>
          <a:ext cx="4965638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Output: JSON artifact file with extracted processes, suspicious handles, potential keys/string matches.</a:t>
          </a:r>
          <a:endParaRPr lang="en-US" sz="2200" kern="1200"/>
        </a:p>
      </dsp:txBody>
      <dsp:txXfrm>
        <a:off x="1630424" y="3529661"/>
        <a:ext cx="4965638" cy="14116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FD25-1410-4BB0-B340-7A7242150ACC}">
      <dsp:nvSpPr>
        <dsp:cNvPr id="0" name=""/>
        <dsp:cNvSpPr/>
      </dsp:nvSpPr>
      <dsp:spPr>
        <a:xfrm>
          <a:off x="8856" y="457203"/>
          <a:ext cx="2344669" cy="703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81" tIns="185281" rIns="185281" bIns="1852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Monitor</a:t>
          </a:r>
        </a:p>
      </dsp:txBody>
      <dsp:txXfrm>
        <a:off x="8856" y="457203"/>
        <a:ext cx="2344669" cy="703400"/>
      </dsp:txXfrm>
    </dsp:sp>
    <dsp:sp modelId="{3525265F-42BD-4179-8CFE-3D2088229A34}">
      <dsp:nvSpPr>
        <dsp:cNvPr id="0" name=""/>
        <dsp:cNvSpPr/>
      </dsp:nvSpPr>
      <dsp:spPr>
        <a:xfrm>
          <a:off x="8856" y="1160603"/>
          <a:ext cx="2344669" cy="24055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601" tIns="231601" rIns="231601" bIns="231601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Monitor filesystem snapshots for sudden file extension changes, high-entropy files, mass file renames, or changed file headers.</a:t>
          </a:r>
        </a:p>
      </dsp:txBody>
      <dsp:txXfrm>
        <a:off x="8856" y="1160603"/>
        <a:ext cx="2344669" cy="2405552"/>
      </dsp:txXfrm>
    </dsp:sp>
    <dsp:sp modelId="{F4C04C6C-BE4B-4B03-8945-91CAA04FAC48}">
      <dsp:nvSpPr>
        <dsp:cNvPr id="0" name=""/>
        <dsp:cNvSpPr/>
      </dsp:nvSpPr>
      <dsp:spPr>
        <a:xfrm>
          <a:off x="2461420" y="457203"/>
          <a:ext cx="2344669" cy="703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81" tIns="185281" rIns="185281" bIns="1852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</a:t>
          </a:r>
        </a:p>
      </dsp:txBody>
      <dsp:txXfrm>
        <a:off x="2461420" y="457203"/>
        <a:ext cx="2344669" cy="703400"/>
      </dsp:txXfrm>
    </dsp:sp>
    <dsp:sp modelId="{B0BF5927-48CD-41C4-9EC7-2E6FA274F39D}">
      <dsp:nvSpPr>
        <dsp:cNvPr id="0" name=""/>
        <dsp:cNvSpPr/>
      </dsp:nvSpPr>
      <dsp:spPr>
        <a:xfrm>
          <a:off x="2461420" y="1160603"/>
          <a:ext cx="2344669" cy="24055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601" tIns="231601" rIns="231601" bIns="231601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heuristics and file-hash comparisons to flag likely encrypted files.</a:t>
          </a:r>
        </a:p>
      </dsp:txBody>
      <dsp:txXfrm>
        <a:off x="2461420" y="1160603"/>
        <a:ext cx="2344669" cy="2405552"/>
      </dsp:txXfrm>
    </dsp:sp>
    <dsp:sp modelId="{AA564D9D-6825-428A-AA7B-B380336F2B70}">
      <dsp:nvSpPr>
        <dsp:cNvPr id="0" name=""/>
        <dsp:cNvSpPr/>
      </dsp:nvSpPr>
      <dsp:spPr>
        <a:xfrm>
          <a:off x="4913983" y="457203"/>
          <a:ext cx="2344669" cy="703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81" tIns="185281" rIns="185281" bIns="1852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Detect</a:t>
          </a:r>
        </a:p>
      </dsp:txBody>
      <dsp:txXfrm>
        <a:off x="4913983" y="457203"/>
        <a:ext cx="2344669" cy="703400"/>
      </dsp:txXfrm>
    </dsp:sp>
    <dsp:sp modelId="{3383FBC0-E7BD-42EA-A44D-64EB20F6E4C5}">
      <dsp:nvSpPr>
        <dsp:cNvPr id="0" name=""/>
        <dsp:cNvSpPr/>
      </dsp:nvSpPr>
      <dsp:spPr>
        <a:xfrm>
          <a:off x="4913983" y="1160603"/>
          <a:ext cx="2344669" cy="24055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601" tIns="231601" rIns="231601" bIns="231601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Detect common post-infection behaviors (e.g., shadow copy deletion markers in logs).</a:t>
          </a:r>
        </a:p>
      </dsp:txBody>
      <dsp:txXfrm>
        <a:off x="4913983" y="1160603"/>
        <a:ext cx="2344669" cy="2405552"/>
      </dsp:txXfrm>
    </dsp:sp>
    <dsp:sp modelId="{95495550-5ABE-4EFB-B5FA-6C8688D78533}">
      <dsp:nvSpPr>
        <dsp:cNvPr id="0" name=""/>
        <dsp:cNvSpPr/>
      </dsp:nvSpPr>
      <dsp:spPr>
        <a:xfrm>
          <a:off x="7366547" y="457203"/>
          <a:ext cx="2344669" cy="703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81" tIns="185281" rIns="185281" bIns="1852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Output</a:t>
          </a:r>
        </a:p>
      </dsp:txBody>
      <dsp:txXfrm>
        <a:off x="7366547" y="457203"/>
        <a:ext cx="2344669" cy="703400"/>
      </dsp:txXfrm>
    </dsp:sp>
    <dsp:sp modelId="{7C90E58F-7A84-47AD-B5DB-6DEA77BEFF91}">
      <dsp:nvSpPr>
        <dsp:cNvPr id="0" name=""/>
        <dsp:cNvSpPr/>
      </dsp:nvSpPr>
      <dsp:spPr>
        <a:xfrm>
          <a:off x="7366547" y="1160603"/>
          <a:ext cx="2344669" cy="24055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601" tIns="231601" rIns="231601" bIns="231601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Output: list of suspicious files + associated metadata and hashes.</a:t>
          </a:r>
        </a:p>
      </dsp:txBody>
      <dsp:txXfrm>
        <a:off x="7366547" y="1160603"/>
        <a:ext cx="2344669" cy="24055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396B0-9A72-41DA-BD85-1FD75DC6B3BC}">
      <dsp:nvSpPr>
        <dsp:cNvPr id="0" name=""/>
        <dsp:cNvSpPr/>
      </dsp:nvSpPr>
      <dsp:spPr>
        <a:xfrm>
          <a:off x="276926" y="23126"/>
          <a:ext cx="1369252" cy="136925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0D96B-BABF-414E-9D92-F5B3202EFB58}">
      <dsp:nvSpPr>
        <dsp:cNvPr id="0" name=""/>
        <dsp:cNvSpPr/>
      </dsp:nvSpPr>
      <dsp:spPr>
        <a:xfrm>
          <a:off x="564469" y="310669"/>
          <a:ext cx="794166" cy="7941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2CD47-981D-404D-B36E-87CCC3FB47A4}">
      <dsp:nvSpPr>
        <dsp:cNvPr id="0" name=""/>
        <dsp:cNvSpPr/>
      </dsp:nvSpPr>
      <dsp:spPr>
        <a:xfrm>
          <a:off x="1939590" y="23126"/>
          <a:ext cx="3227523" cy="136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Ingest heterogeneous logs and normalize timestamps and fields.</a:t>
          </a:r>
        </a:p>
      </dsp:txBody>
      <dsp:txXfrm>
        <a:off x="1939590" y="23126"/>
        <a:ext cx="3227523" cy="1369252"/>
      </dsp:txXfrm>
    </dsp:sp>
    <dsp:sp modelId="{71B0BBDA-72C4-43D2-AA8B-26747C895937}">
      <dsp:nvSpPr>
        <dsp:cNvPr id="0" name=""/>
        <dsp:cNvSpPr/>
      </dsp:nvSpPr>
      <dsp:spPr>
        <a:xfrm>
          <a:off x="5729485" y="23126"/>
          <a:ext cx="1369252" cy="136925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58CEC-FA8F-4716-92EA-95EDC61ADF68}">
      <dsp:nvSpPr>
        <dsp:cNvPr id="0" name=""/>
        <dsp:cNvSpPr/>
      </dsp:nvSpPr>
      <dsp:spPr>
        <a:xfrm>
          <a:off x="6017028" y="310669"/>
          <a:ext cx="794166" cy="7941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2AC40-4DD5-42FB-972F-ADDE87B08C0D}">
      <dsp:nvSpPr>
        <dsp:cNvPr id="0" name=""/>
        <dsp:cNvSpPr/>
      </dsp:nvSpPr>
      <dsp:spPr>
        <a:xfrm>
          <a:off x="7392149" y="23126"/>
          <a:ext cx="3227523" cy="136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Store parsed logs in a local index (Elasticsearch or SQLite/JSON for prototype).</a:t>
          </a:r>
        </a:p>
      </dsp:txBody>
      <dsp:txXfrm>
        <a:off x="7392149" y="23126"/>
        <a:ext cx="3227523" cy="1369252"/>
      </dsp:txXfrm>
    </dsp:sp>
    <dsp:sp modelId="{0A491443-61F2-49CD-AEFA-98C50E70D941}">
      <dsp:nvSpPr>
        <dsp:cNvPr id="0" name=""/>
        <dsp:cNvSpPr/>
      </dsp:nvSpPr>
      <dsp:spPr>
        <a:xfrm>
          <a:off x="276926" y="1962751"/>
          <a:ext cx="1369252" cy="136925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4FFEB-43DD-4444-A346-B938F817F54C}">
      <dsp:nvSpPr>
        <dsp:cNvPr id="0" name=""/>
        <dsp:cNvSpPr/>
      </dsp:nvSpPr>
      <dsp:spPr>
        <a:xfrm>
          <a:off x="564469" y="2250294"/>
          <a:ext cx="794166" cy="7941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ACC4C-971C-4FE3-90CD-0B0ED794061E}">
      <dsp:nvSpPr>
        <dsp:cNvPr id="0" name=""/>
        <dsp:cNvSpPr/>
      </dsp:nvSpPr>
      <dsp:spPr>
        <a:xfrm>
          <a:off x="1939590" y="1962751"/>
          <a:ext cx="3227523" cy="136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Implement correlation rules: tie process IDs and file paths from memory artifacts to log events (file access, process creation, network connections).</a:t>
          </a:r>
        </a:p>
      </dsp:txBody>
      <dsp:txXfrm>
        <a:off x="1939590" y="1962751"/>
        <a:ext cx="3227523" cy="1369252"/>
      </dsp:txXfrm>
    </dsp:sp>
    <dsp:sp modelId="{43AD75AC-135B-4FEC-968F-8B47D465E663}">
      <dsp:nvSpPr>
        <dsp:cNvPr id="0" name=""/>
        <dsp:cNvSpPr/>
      </dsp:nvSpPr>
      <dsp:spPr>
        <a:xfrm>
          <a:off x="5729485" y="1962751"/>
          <a:ext cx="1369252" cy="136925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6DB74-3A93-4E74-9206-B00A946CC59D}">
      <dsp:nvSpPr>
        <dsp:cNvPr id="0" name=""/>
        <dsp:cNvSpPr/>
      </dsp:nvSpPr>
      <dsp:spPr>
        <a:xfrm>
          <a:off x="6017028" y="2250294"/>
          <a:ext cx="794166" cy="7941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BB2EA-16DC-47C7-ABDD-8A02AF291A82}">
      <dsp:nvSpPr>
        <dsp:cNvPr id="0" name=""/>
        <dsp:cNvSpPr/>
      </dsp:nvSpPr>
      <dsp:spPr>
        <a:xfrm>
          <a:off x="7392149" y="1962751"/>
          <a:ext cx="3227523" cy="136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Output: Unified timeline events and correlation graph (graph database or adjacency list).</a:t>
          </a:r>
        </a:p>
      </dsp:txBody>
      <dsp:txXfrm>
        <a:off x="7392149" y="1962751"/>
        <a:ext cx="3227523" cy="13692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FFE9B-3A55-47FA-9963-3A8C3B772060}">
      <dsp:nvSpPr>
        <dsp:cNvPr id="0" name=""/>
        <dsp:cNvSpPr/>
      </dsp:nvSpPr>
      <dsp:spPr>
        <a:xfrm>
          <a:off x="77468" y="403388"/>
          <a:ext cx="1266306" cy="12663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1257A0-0611-43DE-BEB3-9DF82463A28A}">
      <dsp:nvSpPr>
        <dsp:cNvPr id="0" name=""/>
        <dsp:cNvSpPr/>
      </dsp:nvSpPr>
      <dsp:spPr>
        <a:xfrm>
          <a:off x="343392" y="669312"/>
          <a:ext cx="734457" cy="7344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9A071-6CA3-4E21-BFCA-94C59BBDC858}">
      <dsp:nvSpPr>
        <dsp:cNvPr id="0" name=""/>
        <dsp:cNvSpPr/>
      </dsp:nvSpPr>
      <dsp:spPr>
        <a:xfrm>
          <a:off x="1615126" y="403388"/>
          <a:ext cx="2984865" cy="1266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Use cloud provider APIs to fetch file metadata (timestamps, file size, owner, storage location) and revision history when available.</a:t>
          </a:r>
          <a:endParaRPr lang="en-US" sz="1800" kern="1200"/>
        </a:p>
      </dsp:txBody>
      <dsp:txXfrm>
        <a:off x="1615126" y="403388"/>
        <a:ext cx="2984865" cy="1266306"/>
      </dsp:txXfrm>
    </dsp:sp>
    <dsp:sp modelId="{C1F13C20-8FBC-443A-BA65-36C55ED33437}">
      <dsp:nvSpPr>
        <dsp:cNvPr id="0" name=""/>
        <dsp:cNvSpPr/>
      </dsp:nvSpPr>
      <dsp:spPr>
        <a:xfrm>
          <a:off x="5120081" y="403388"/>
          <a:ext cx="1266306" cy="12663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A5A3F-C2AB-43EF-A0AA-857888EDB6DE}">
      <dsp:nvSpPr>
        <dsp:cNvPr id="0" name=""/>
        <dsp:cNvSpPr/>
      </dsp:nvSpPr>
      <dsp:spPr>
        <a:xfrm>
          <a:off x="5386005" y="669312"/>
          <a:ext cx="734457" cy="7344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21E8D-B8B0-41D6-A510-A33D282F7DCF}">
      <dsp:nvSpPr>
        <dsp:cNvPr id="0" name=""/>
        <dsp:cNvSpPr/>
      </dsp:nvSpPr>
      <dsp:spPr>
        <a:xfrm>
          <a:off x="6657739" y="403388"/>
          <a:ext cx="2984865" cy="1266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Verify file integrity via hashes where possible.</a:t>
          </a:r>
          <a:endParaRPr lang="en-US" sz="1800" kern="1200"/>
        </a:p>
      </dsp:txBody>
      <dsp:txXfrm>
        <a:off x="6657739" y="403388"/>
        <a:ext cx="2984865" cy="1266306"/>
      </dsp:txXfrm>
    </dsp:sp>
    <dsp:sp modelId="{5C36D1D9-904B-45E6-A520-25E67D6F62B2}">
      <dsp:nvSpPr>
        <dsp:cNvPr id="0" name=""/>
        <dsp:cNvSpPr/>
      </dsp:nvSpPr>
      <dsp:spPr>
        <a:xfrm>
          <a:off x="77468" y="2353665"/>
          <a:ext cx="1266306" cy="12663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D965F-6AF7-4E1D-8E56-136128DF2037}">
      <dsp:nvSpPr>
        <dsp:cNvPr id="0" name=""/>
        <dsp:cNvSpPr/>
      </dsp:nvSpPr>
      <dsp:spPr>
        <a:xfrm>
          <a:off x="343392" y="2619589"/>
          <a:ext cx="734457" cy="7344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A24E8-646A-4941-9197-C6B80432D7BB}">
      <dsp:nvSpPr>
        <dsp:cNvPr id="0" name=""/>
        <dsp:cNvSpPr/>
      </dsp:nvSpPr>
      <dsp:spPr>
        <a:xfrm>
          <a:off x="1615126" y="2353665"/>
          <a:ext cx="2984865" cy="1266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Identify suspicious cloud actions (mass deletions, unauthorized downloads, permission changes).</a:t>
          </a:r>
          <a:endParaRPr lang="en-US" sz="1800" kern="1200"/>
        </a:p>
      </dsp:txBody>
      <dsp:txXfrm>
        <a:off x="1615126" y="2353665"/>
        <a:ext cx="2984865" cy="1266306"/>
      </dsp:txXfrm>
    </dsp:sp>
    <dsp:sp modelId="{7BD75F69-0751-4350-A88D-C933EC1A62D5}">
      <dsp:nvSpPr>
        <dsp:cNvPr id="0" name=""/>
        <dsp:cNvSpPr/>
      </dsp:nvSpPr>
      <dsp:spPr>
        <a:xfrm>
          <a:off x="5120081" y="2353665"/>
          <a:ext cx="1266306" cy="12663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7A353-0B82-442B-8838-4F87AF0FA6F4}">
      <dsp:nvSpPr>
        <dsp:cNvPr id="0" name=""/>
        <dsp:cNvSpPr/>
      </dsp:nvSpPr>
      <dsp:spPr>
        <a:xfrm>
          <a:off x="5386005" y="2619589"/>
          <a:ext cx="734457" cy="7344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464EE-D753-4227-887A-99A2A0682804}">
      <dsp:nvSpPr>
        <dsp:cNvPr id="0" name=""/>
        <dsp:cNvSpPr/>
      </dsp:nvSpPr>
      <dsp:spPr>
        <a:xfrm>
          <a:off x="6657739" y="2353665"/>
          <a:ext cx="2984865" cy="1266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Output: cloud artifacts integrated into the timeline.</a:t>
          </a:r>
          <a:endParaRPr lang="en-US" sz="1800" kern="1200"/>
        </a:p>
      </dsp:txBody>
      <dsp:txXfrm>
        <a:off x="6657739" y="2353665"/>
        <a:ext cx="2984865" cy="12663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A2129-5BD5-4FDA-8897-50FF1FBF6940}">
      <dsp:nvSpPr>
        <dsp:cNvPr id="0" name=""/>
        <dsp:cNvSpPr/>
      </dsp:nvSpPr>
      <dsp:spPr>
        <a:xfrm>
          <a:off x="77468" y="1378526"/>
          <a:ext cx="1266306" cy="12663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76C72-D346-497E-956D-A8D2E724715E}">
      <dsp:nvSpPr>
        <dsp:cNvPr id="0" name=""/>
        <dsp:cNvSpPr/>
      </dsp:nvSpPr>
      <dsp:spPr>
        <a:xfrm>
          <a:off x="343392" y="1644451"/>
          <a:ext cx="734457" cy="7344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54D69-8F52-459C-8FE3-5AD914DA7A59}">
      <dsp:nvSpPr>
        <dsp:cNvPr id="0" name=""/>
        <dsp:cNvSpPr/>
      </dsp:nvSpPr>
      <dsp:spPr>
        <a:xfrm>
          <a:off x="1615126" y="1378526"/>
          <a:ext cx="2984865" cy="1266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Web frontend (Streamlit or Flask) to show timeline, IOC table, and visual correlation graphs.</a:t>
          </a:r>
          <a:endParaRPr lang="en-US" sz="2000" kern="1200"/>
        </a:p>
      </dsp:txBody>
      <dsp:txXfrm>
        <a:off x="1615126" y="1378526"/>
        <a:ext cx="2984865" cy="1266306"/>
      </dsp:txXfrm>
    </dsp:sp>
    <dsp:sp modelId="{28BA373C-E853-4892-8BF9-F47E6A5905A1}">
      <dsp:nvSpPr>
        <dsp:cNvPr id="0" name=""/>
        <dsp:cNvSpPr/>
      </dsp:nvSpPr>
      <dsp:spPr>
        <a:xfrm>
          <a:off x="5120081" y="1378526"/>
          <a:ext cx="1266306" cy="12663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3FC66-4702-4444-BA78-9904AF82CA84}">
      <dsp:nvSpPr>
        <dsp:cNvPr id="0" name=""/>
        <dsp:cNvSpPr/>
      </dsp:nvSpPr>
      <dsp:spPr>
        <a:xfrm>
          <a:off x="5386005" y="1644451"/>
          <a:ext cx="734457" cy="7344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29D72-4A85-49A5-ADD9-FBCE206470F3}">
      <dsp:nvSpPr>
        <dsp:cNvPr id="0" name=""/>
        <dsp:cNvSpPr/>
      </dsp:nvSpPr>
      <dsp:spPr>
        <a:xfrm>
          <a:off x="6657739" y="1378526"/>
          <a:ext cx="2984865" cy="1266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Automated PDF/HTML report generator with chain-of-evidence, hashes, and recommended next steps.</a:t>
          </a:r>
          <a:endParaRPr lang="en-US" sz="2000" kern="1200"/>
        </a:p>
      </dsp:txBody>
      <dsp:txXfrm>
        <a:off x="6657739" y="1378526"/>
        <a:ext cx="2984865" cy="12663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EB7DE-A49B-4868-8280-1FAAD22365C3}">
      <dsp:nvSpPr>
        <dsp:cNvPr id="0" name=""/>
        <dsp:cNvSpPr/>
      </dsp:nvSpPr>
      <dsp:spPr>
        <a:xfrm>
          <a:off x="2847" y="542881"/>
          <a:ext cx="2259201" cy="13555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Language:</a:t>
          </a:r>
          <a:r>
            <a:rPr lang="en-US" sz="1900" b="0" i="0" kern="1200" baseline="0"/>
            <a:t> Python 3.x</a:t>
          </a:r>
          <a:endParaRPr lang="en-US" sz="1900" kern="1200"/>
        </a:p>
      </dsp:txBody>
      <dsp:txXfrm>
        <a:off x="2847" y="542881"/>
        <a:ext cx="2259201" cy="1355520"/>
      </dsp:txXfrm>
    </dsp:sp>
    <dsp:sp modelId="{A93CD1AC-FBDA-4801-B8F4-E04C28934DFC}">
      <dsp:nvSpPr>
        <dsp:cNvPr id="0" name=""/>
        <dsp:cNvSpPr/>
      </dsp:nvSpPr>
      <dsp:spPr>
        <a:xfrm>
          <a:off x="2487969" y="542881"/>
          <a:ext cx="2259201" cy="13555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Memory Forensics:</a:t>
          </a:r>
          <a:r>
            <a:rPr lang="en-US" sz="1900" b="0" i="0" kern="1200" baseline="0"/>
            <a:t> Volatility 3 (or Rekall if preferred), YARA</a:t>
          </a:r>
          <a:endParaRPr lang="en-US" sz="1900" kern="1200"/>
        </a:p>
      </dsp:txBody>
      <dsp:txXfrm>
        <a:off x="2487969" y="542881"/>
        <a:ext cx="2259201" cy="1355520"/>
      </dsp:txXfrm>
    </dsp:sp>
    <dsp:sp modelId="{6920904E-2F05-4EDB-9E9C-1A376935B25D}">
      <dsp:nvSpPr>
        <dsp:cNvPr id="0" name=""/>
        <dsp:cNvSpPr/>
      </dsp:nvSpPr>
      <dsp:spPr>
        <a:xfrm>
          <a:off x="4973091" y="542881"/>
          <a:ext cx="2259201" cy="13555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Log storage &amp; search:</a:t>
          </a:r>
          <a:r>
            <a:rPr lang="en-US" sz="1900" b="0" i="0" kern="1200" baseline="0"/>
            <a:t> Elasticsearch + Kibana (optional) or local SQLite/JSON for prototype</a:t>
          </a:r>
          <a:endParaRPr lang="en-US" sz="1900" kern="1200"/>
        </a:p>
      </dsp:txBody>
      <dsp:txXfrm>
        <a:off x="4973091" y="542881"/>
        <a:ext cx="2259201" cy="1355520"/>
      </dsp:txXfrm>
    </dsp:sp>
    <dsp:sp modelId="{17038714-C46E-451E-8DDA-D19885E1BE15}">
      <dsp:nvSpPr>
        <dsp:cNvPr id="0" name=""/>
        <dsp:cNvSpPr/>
      </dsp:nvSpPr>
      <dsp:spPr>
        <a:xfrm>
          <a:off x="7458212" y="542881"/>
          <a:ext cx="2259201" cy="13555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Graph/Correlation:</a:t>
          </a:r>
          <a:r>
            <a:rPr lang="en-US" sz="1900" b="0" i="0" kern="1200" baseline="0"/>
            <a:t> Neo4j (optional) or NetworkX for prototype graphs</a:t>
          </a:r>
          <a:endParaRPr lang="en-US" sz="1900" kern="1200"/>
        </a:p>
      </dsp:txBody>
      <dsp:txXfrm>
        <a:off x="7458212" y="542881"/>
        <a:ext cx="2259201" cy="1355520"/>
      </dsp:txXfrm>
    </dsp:sp>
    <dsp:sp modelId="{B42616F9-E8F3-443E-A5D3-445BDBEE0095}">
      <dsp:nvSpPr>
        <dsp:cNvPr id="0" name=""/>
        <dsp:cNvSpPr/>
      </dsp:nvSpPr>
      <dsp:spPr>
        <a:xfrm>
          <a:off x="1245408" y="2124322"/>
          <a:ext cx="2259201" cy="13555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Web Dashboard:</a:t>
          </a:r>
          <a:r>
            <a:rPr lang="en-US" sz="1900" b="0" i="0" kern="1200" baseline="0"/>
            <a:t> Streamlit or Flask</a:t>
          </a:r>
          <a:endParaRPr lang="en-US" sz="1900" kern="1200"/>
        </a:p>
      </dsp:txBody>
      <dsp:txXfrm>
        <a:off x="1245408" y="2124322"/>
        <a:ext cx="2259201" cy="1355520"/>
      </dsp:txXfrm>
    </dsp:sp>
    <dsp:sp modelId="{2C56D6C7-A458-4577-805C-7D32E30A4EC6}">
      <dsp:nvSpPr>
        <dsp:cNvPr id="0" name=""/>
        <dsp:cNvSpPr/>
      </dsp:nvSpPr>
      <dsp:spPr>
        <a:xfrm>
          <a:off x="3730530" y="2124322"/>
          <a:ext cx="2259201" cy="13555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Cloud APIs:</a:t>
          </a:r>
          <a:r>
            <a:rPr lang="en-US" sz="1900" b="0" i="0" kern="1200" baseline="0"/>
            <a:t> Google Drive API, AWS S3 API, Microsoft Graph (OneDrive)</a:t>
          </a:r>
          <a:endParaRPr lang="en-US" sz="1900" kern="1200"/>
        </a:p>
      </dsp:txBody>
      <dsp:txXfrm>
        <a:off x="3730530" y="2124322"/>
        <a:ext cx="2259201" cy="1355520"/>
      </dsp:txXfrm>
    </dsp:sp>
    <dsp:sp modelId="{861AF89E-72CE-41F1-B04F-9B344B9E9478}">
      <dsp:nvSpPr>
        <dsp:cNvPr id="0" name=""/>
        <dsp:cNvSpPr/>
      </dsp:nvSpPr>
      <dsp:spPr>
        <a:xfrm>
          <a:off x="6215651" y="2124322"/>
          <a:ext cx="2259201" cy="13555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Utilities:</a:t>
          </a:r>
          <a:r>
            <a:rPr lang="en-US" sz="1900" b="0" i="0" kern="1200" baseline="0"/>
            <a:t> Watchdog (file monitoring), hashlib (Python), ReportLab or WeasyPrint for PDFs</a:t>
          </a:r>
          <a:endParaRPr lang="en-US" sz="1900" kern="1200"/>
        </a:p>
      </dsp:txBody>
      <dsp:txXfrm>
        <a:off x="6215651" y="2124322"/>
        <a:ext cx="2259201" cy="13555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20FAAF-5FF7-411D-821E-865F1885E6A7}">
      <dsp:nvSpPr>
        <dsp:cNvPr id="0" name=""/>
        <dsp:cNvSpPr/>
      </dsp:nvSpPr>
      <dsp:spPr>
        <a:xfrm>
          <a:off x="0" y="0"/>
          <a:ext cx="7484456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Month 1 — Foundations &amp; Design (Weeks 1–4)</a:t>
          </a:r>
        </a:p>
      </dsp:txBody>
      <dsp:txXfrm>
        <a:off x="21211" y="21211"/>
        <a:ext cx="6618251" cy="681782"/>
      </dsp:txXfrm>
    </dsp:sp>
    <dsp:sp modelId="{3A97E1ED-4120-4922-A1BD-8720EFA3EEA6}">
      <dsp:nvSpPr>
        <dsp:cNvPr id="0" name=""/>
        <dsp:cNvSpPr/>
      </dsp:nvSpPr>
      <dsp:spPr>
        <a:xfrm>
          <a:off x="558904" y="824788"/>
          <a:ext cx="7484456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Month 2 — Ransomware Detector &amp; Memory Module (Weeks 5–8)</a:t>
          </a:r>
        </a:p>
      </dsp:txBody>
      <dsp:txXfrm>
        <a:off x="580115" y="845999"/>
        <a:ext cx="6412396" cy="681782"/>
      </dsp:txXfrm>
    </dsp:sp>
    <dsp:sp modelId="{9F130BFE-66D2-4660-AD38-5DA805D34E3F}">
      <dsp:nvSpPr>
        <dsp:cNvPr id="0" name=""/>
        <dsp:cNvSpPr/>
      </dsp:nvSpPr>
      <dsp:spPr>
        <a:xfrm>
          <a:off x="1117808" y="1649577"/>
          <a:ext cx="7484456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Month 3 — Log Correlation Engine (Weeks 9–12)</a:t>
          </a:r>
        </a:p>
      </dsp:txBody>
      <dsp:txXfrm>
        <a:off x="1139019" y="1670788"/>
        <a:ext cx="6412396" cy="681782"/>
      </dsp:txXfrm>
    </dsp:sp>
    <dsp:sp modelId="{7CA38CD8-BD70-4523-AAC3-F9445B89B0F5}">
      <dsp:nvSpPr>
        <dsp:cNvPr id="0" name=""/>
        <dsp:cNvSpPr/>
      </dsp:nvSpPr>
      <dsp:spPr>
        <a:xfrm>
          <a:off x="1676712" y="2474366"/>
          <a:ext cx="7484456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Month 4 — Cloud Forensics Module (Weeks 13–16)</a:t>
          </a:r>
        </a:p>
      </dsp:txBody>
      <dsp:txXfrm>
        <a:off x="1697923" y="2495577"/>
        <a:ext cx="6412396" cy="681782"/>
      </dsp:txXfrm>
    </dsp:sp>
    <dsp:sp modelId="{5715CF1F-0F00-4FB7-BADD-5F0FBDBBADB3}">
      <dsp:nvSpPr>
        <dsp:cNvPr id="0" name=""/>
        <dsp:cNvSpPr/>
      </dsp:nvSpPr>
      <dsp:spPr>
        <a:xfrm>
          <a:off x="2235616" y="3299155"/>
          <a:ext cx="7484456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Month 5 — Integration, Evaluation &amp; Report (Weeks 17–20)</a:t>
          </a:r>
        </a:p>
      </dsp:txBody>
      <dsp:txXfrm>
        <a:off x="2256827" y="3320366"/>
        <a:ext cx="6412396" cy="681782"/>
      </dsp:txXfrm>
    </dsp:sp>
    <dsp:sp modelId="{BD3424DA-4AA5-4C52-9E1D-D5BE381F61E9}">
      <dsp:nvSpPr>
        <dsp:cNvPr id="0" name=""/>
        <dsp:cNvSpPr/>
      </dsp:nvSpPr>
      <dsp:spPr>
        <a:xfrm>
          <a:off x="7013723" y="529071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119638" y="529071"/>
        <a:ext cx="258903" cy="354227"/>
      </dsp:txXfrm>
    </dsp:sp>
    <dsp:sp modelId="{5C9E908C-A3E0-48C9-84CD-C4A78B5ED87B}">
      <dsp:nvSpPr>
        <dsp:cNvPr id="0" name=""/>
        <dsp:cNvSpPr/>
      </dsp:nvSpPr>
      <dsp:spPr>
        <a:xfrm>
          <a:off x="7572627" y="1353860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678542" y="1353860"/>
        <a:ext cx="258903" cy="354227"/>
      </dsp:txXfrm>
    </dsp:sp>
    <dsp:sp modelId="{539E28D9-710F-4956-B5A1-23552881B489}">
      <dsp:nvSpPr>
        <dsp:cNvPr id="0" name=""/>
        <dsp:cNvSpPr/>
      </dsp:nvSpPr>
      <dsp:spPr>
        <a:xfrm>
          <a:off x="8131531" y="2166579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237446" y="2166579"/>
        <a:ext cx="258903" cy="354227"/>
      </dsp:txXfrm>
    </dsp:sp>
    <dsp:sp modelId="{932AB41E-600B-48FE-9AEE-44CA49606BFB}">
      <dsp:nvSpPr>
        <dsp:cNvPr id="0" name=""/>
        <dsp:cNvSpPr/>
      </dsp:nvSpPr>
      <dsp:spPr>
        <a:xfrm>
          <a:off x="8690435" y="2999414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796350" y="2999414"/>
        <a:ext cx="258903" cy="35422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72974-64BB-4E08-8A44-B63FFE9BBB10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5EFB4-8EED-450B-8CF4-3B4C82A8AA3F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B62AF-9C3E-4D95-AC20-A7380F227B5A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Always run malware simulations in isolated, offline lab environments and with explicit supervisor approval.</a:t>
          </a:r>
          <a:endParaRPr lang="en-US" sz="1200" kern="1200"/>
        </a:p>
      </dsp:txBody>
      <dsp:txXfrm>
        <a:off x="54974" y="2798862"/>
        <a:ext cx="2868750" cy="720000"/>
      </dsp:txXfrm>
    </dsp:sp>
    <dsp:sp modelId="{DE521823-0D9C-4C50-8ABD-90FAD8EE914E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A762F-2E0C-4868-B3B0-FAFC6F659A61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F98BA-6688-494E-A56F-66200601D7B2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Do not attempt to deploy or distribute any real ransomware. Use safe, reversible simulations or synthetic datasets.</a:t>
          </a:r>
          <a:endParaRPr lang="en-US" sz="1200" kern="1200"/>
        </a:p>
      </dsp:txBody>
      <dsp:txXfrm>
        <a:off x="3425756" y="2798862"/>
        <a:ext cx="2868750" cy="720000"/>
      </dsp:txXfrm>
    </dsp:sp>
    <dsp:sp modelId="{13B2990B-8E99-482A-8E2A-D11AB2826B07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3402C-4719-45F7-B4E1-D51E47CF520F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48D24-461F-4F5C-9B5D-57772345F4E9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Respect cloud provider terms of service and privacy laws when accessing real user data; use only test accounts or consenting sample data.</a:t>
          </a:r>
          <a:endParaRPr lang="en-US" sz="1200" kern="1200"/>
        </a:p>
      </dsp:txBody>
      <dsp:txXfrm>
        <a:off x="6796537" y="2798862"/>
        <a:ext cx="28687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2C43D-3CB6-4820-A2E1-F00BAA2D7096}">
      <dsp:nvSpPr>
        <dsp:cNvPr id="0" name=""/>
        <dsp:cNvSpPr/>
      </dsp:nvSpPr>
      <dsp:spPr>
        <a:xfrm>
          <a:off x="0" y="491"/>
          <a:ext cx="9720072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06AF8-D104-4AF6-AF96-B8D06237A40D}">
      <dsp:nvSpPr>
        <dsp:cNvPr id="0" name=""/>
        <dsp:cNvSpPr/>
      </dsp:nvSpPr>
      <dsp:spPr>
        <a:xfrm>
          <a:off x="347648" y="259072"/>
          <a:ext cx="632087" cy="632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92E9C-A5AB-4EF1-896E-3C074ED72212}">
      <dsp:nvSpPr>
        <dsp:cNvPr id="0" name=""/>
        <dsp:cNvSpPr/>
      </dsp:nvSpPr>
      <dsp:spPr>
        <a:xfrm>
          <a:off x="1327384" y="491"/>
          <a:ext cx="8392688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Risk:</a:t>
          </a:r>
          <a:r>
            <a:rPr lang="en-US" sz="2100" b="0" i="0" kern="1200" baseline="0"/>
            <a:t> Over-ambitious scope. </a:t>
          </a:r>
          <a:r>
            <a:rPr lang="en-US" sz="2100" b="1" i="0" kern="1200" baseline="0"/>
            <a:t>Mitigation:</a:t>
          </a:r>
          <a:r>
            <a:rPr lang="en-US" sz="2100" b="0" i="0" kern="1200" baseline="0"/>
            <a:t> Prioritize core modules (ransomware detection + logs) and make memory/cloud optional add-ons.</a:t>
          </a:r>
          <a:endParaRPr lang="en-US" sz="2100" kern="1200"/>
        </a:p>
      </dsp:txBody>
      <dsp:txXfrm>
        <a:off x="1327384" y="491"/>
        <a:ext cx="8392688" cy="1149250"/>
      </dsp:txXfrm>
    </dsp:sp>
    <dsp:sp modelId="{F44C3BDD-FC15-4197-AA37-674B686AA701}">
      <dsp:nvSpPr>
        <dsp:cNvPr id="0" name=""/>
        <dsp:cNvSpPr/>
      </dsp:nvSpPr>
      <dsp:spPr>
        <a:xfrm>
          <a:off x="0" y="1437054"/>
          <a:ext cx="9720072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88C74-BDA3-47D7-946A-893BE43EDDCB}">
      <dsp:nvSpPr>
        <dsp:cNvPr id="0" name=""/>
        <dsp:cNvSpPr/>
      </dsp:nvSpPr>
      <dsp:spPr>
        <a:xfrm>
          <a:off x="347648" y="1695636"/>
          <a:ext cx="632087" cy="632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CF3F4-6A18-4FEE-BAE1-99C1E5A428F2}">
      <dsp:nvSpPr>
        <dsp:cNvPr id="0" name=""/>
        <dsp:cNvSpPr/>
      </dsp:nvSpPr>
      <dsp:spPr>
        <a:xfrm>
          <a:off x="1327384" y="1437054"/>
          <a:ext cx="8392688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Risk:</a:t>
          </a:r>
          <a:r>
            <a:rPr lang="en-US" sz="2100" b="0" i="0" kern="1200" baseline="0"/>
            <a:t> Tooling complexity (Elasticsearch/Neo4j). </a:t>
          </a:r>
          <a:r>
            <a:rPr lang="en-US" sz="2100" b="1" i="0" kern="1200" baseline="0"/>
            <a:t>Mitigation:</a:t>
          </a:r>
          <a:r>
            <a:rPr lang="en-US" sz="2100" b="0" i="0" kern="1200" baseline="0"/>
            <a:t> Start with lightweight SQLite/NetworkX prototypes and upgrade if time permits.</a:t>
          </a:r>
          <a:endParaRPr lang="en-US" sz="2100" kern="1200"/>
        </a:p>
      </dsp:txBody>
      <dsp:txXfrm>
        <a:off x="1327384" y="1437054"/>
        <a:ext cx="8392688" cy="1149250"/>
      </dsp:txXfrm>
    </dsp:sp>
    <dsp:sp modelId="{948F7D73-F4B9-4D41-83EF-E5F1B7490F53}">
      <dsp:nvSpPr>
        <dsp:cNvPr id="0" name=""/>
        <dsp:cNvSpPr/>
      </dsp:nvSpPr>
      <dsp:spPr>
        <a:xfrm>
          <a:off x="0" y="2873618"/>
          <a:ext cx="9720072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7B25F-69C0-4052-BC62-C909C38D10B2}">
      <dsp:nvSpPr>
        <dsp:cNvPr id="0" name=""/>
        <dsp:cNvSpPr/>
      </dsp:nvSpPr>
      <dsp:spPr>
        <a:xfrm>
          <a:off x="347648" y="3132199"/>
          <a:ext cx="632087" cy="632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1B93A-8599-4BF2-B3E7-03A0CDCFC0A8}">
      <dsp:nvSpPr>
        <dsp:cNvPr id="0" name=""/>
        <dsp:cNvSpPr/>
      </dsp:nvSpPr>
      <dsp:spPr>
        <a:xfrm>
          <a:off x="1327384" y="2873618"/>
          <a:ext cx="8392688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Risk:</a:t>
          </a:r>
          <a:r>
            <a:rPr lang="en-US" sz="2100" b="0" i="0" kern="1200" baseline="0"/>
            <a:t> Data sensitivity. </a:t>
          </a:r>
          <a:r>
            <a:rPr lang="en-US" sz="2100" b="1" i="0" kern="1200" baseline="0"/>
            <a:t>Mitigation:</a:t>
          </a:r>
          <a:r>
            <a:rPr lang="en-US" sz="2100" b="0" i="0" kern="1200" baseline="0"/>
            <a:t> Use test accounts a</a:t>
          </a:r>
          <a:endParaRPr lang="en-US" sz="2100" kern="1200"/>
        </a:p>
      </dsp:txBody>
      <dsp:txXfrm>
        <a:off x="1327384" y="2873618"/>
        <a:ext cx="8392688" cy="1149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Final Year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Azizul Hakim Hassan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unlit desk">
            <a:extLst>
              <a:ext uri="{FF2B5EF4-FFF2-40B4-BE49-F238E27FC236}">
                <a16:creationId xmlns:a16="http://schemas.microsoft.com/office/drawing/2014/main" id="{C82EE1B5-31AE-4015-969D-9C9F4EBBDA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3278" b="1245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B23153-BD10-700A-49A6-CF597F290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Problem statement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C3B7EE-8632-4756-A078-1B3B0DF3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AAFC9-590C-62DD-FD81-0051BC36C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forensic investigations are fragmented: memory analysts, log analysts, cloud investigators, and malware analysts often work with different tools and data formats. This fragmentation increases investigation time, creates gaps in chain-of-evidence, and complicates legal admissibility. There is a need for a unified tool that automates cross-source correlation and presents findings in a coherent, reproducible report.</a:t>
            </a:r>
          </a:p>
        </p:txBody>
      </p:sp>
    </p:spTree>
    <p:extLst>
      <p:ext uri="{BB962C8B-B14F-4D97-AF65-F5344CB8AC3E}">
        <p14:creationId xmlns:p14="http://schemas.microsoft.com/office/powerpoint/2010/main" val="378748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32DC26D-8B9B-4CC1-B3CC-D3EA0FB16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op view of cubes connected with black lines">
            <a:extLst>
              <a:ext uri="{FF2B5EF4-FFF2-40B4-BE49-F238E27FC236}">
                <a16:creationId xmlns:a16="http://schemas.microsoft.com/office/drawing/2014/main" id="{C92A725A-2B93-B243-FAE5-0572A109BE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2491" r="-1" b="12489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AD0B16-D504-B094-6FC0-5446908FB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684437" cy="5571066"/>
          </a:xfrm>
        </p:spPr>
        <p:txBody>
          <a:bodyPr>
            <a:normAutofit/>
          </a:bodyPr>
          <a:lstStyle/>
          <a:p>
            <a:pPr algn="r"/>
            <a:r>
              <a:rPr lang="en-US" b="1"/>
              <a:t>Objective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BB7ADC3-53A0-44F2-914A-78CADAF33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45" y="1828800"/>
            <a:ext cx="0" cy="3200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DF161868-EA44-A183-6DF0-7530F226B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1371" y="643467"/>
            <a:ext cx="6574112" cy="55710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Build a modular forensic framework that ingests and analyzes memory dumps, logs, cloud metadata, and filesystem snapshots.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 automated detection of ransomware-like behavior (file renaming/encryption patterns, suspicious shadow copy deletion indicators) and extract relevant artifacts from memory.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Correlate artifacts across sources to reconstruct an attack timeline with timestamps, involved hosts/processes, and network indicators.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Produce forensic reports (PDF/HTML) with evidence hashes, IOCs, and a clear chain-of-custody summary.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Evaluate the framework using simulated incidents and quantify detection effectiveness and timeline completeness.</a:t>
            </a:r>
          </a:p>
        </p:txBody>
      </p:sp>
    </p:spTree>
    <p:extLst>
      <p:ext uri="{BB962C8B-B14F-4D97-AF65-F5344CB8AC3E}">
        <p14:creationId xmlns:p14="http://schemas.microsoft.com/office/powerpoint/2010/main" val="2572541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32DC26D-8B9B-4CC1-B3CC-D3EA0FB16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3D pattern of ring shapes connected by lines">
            <a:extLst>
              <a:ext uri="{FF2B5EF4-FFF2-40B4-BE49-F238E27FC236}">
                <a16:creationId xmlns:a16="http://schemas.microsoft.com/office/drawing/2014/main" id="{3B4BD9F5-325F-4181-7DD6-C2CF4F9F089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r="25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202A8-BB2A-4738-B61F-4404CA64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684437" cy="5571066"/>
          </a:xfrm>
        </p:spPr>
        <p:txBody>
          <a:bodyPr>
            <a:normAutofit/>
          </a:bodyPr>
          <a:lstStyle/>
          <a:p>
            <a:pPr algn="r"/>
            <a:r>
              <a:rPr lang="en-US" b="1"/>
              <a:t>Research Questions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B7ADC3-53A0-44F2-914A-78CADAF33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45" y="1828800"/>
            <a:ext cx="0" cy="3200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47C38953-6A78-09D9-FBB9-4B260FC25E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863757"/>
              </p:ext>
            </p:extLst>
          </p:nvPr>
        </p:nvGraphicFramePr>
        <p:xfrm>
          <a:off x="4971371" y="643467"/>
          <a:ext cx="6574112" cy="5571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0621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7038-8E03-EF87-B488-3CA30656B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 &amp; Limitations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3AD4ED1-38A9-1EEB-1FF5-6DA0BC49E5C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CA3A142A-8672-B8AB-CF01-036A54746A5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26510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238970C-19DE-438D-80D2-5CF969055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B1E3F6-167B-40F3-B303-9A931BAB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D24BA-7D56-92CC-E5CA-F0C701BD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356" y="810275"/>
            <a:ext cx="7020747" cy="52296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spc="200">
                <a:solidFill>
                  <a:srgbClr val="FFFFFF"/>
                </a:solidFill>
              </a:rPr>
              <a:t>Methodology / System Design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65A9A-0B0E-4D7B-8150-D098AC71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596290"/>
            <a:ext cx="0" cy="3657600"/>
          </a:xfrm>
          <a:prstGeom prst="line">
            <a:avLst/>
          </a:prstGeom>
          <a:ln w="1905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10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BFA13-05AD-6313-CAA2-E455D4C3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F987-7CE2-6E6D-B12F-4D2DC3D02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Inputs</a:t>
            </a:r>
            <a:r>
              <a:rPr lang="en-US" dirty="0"/>
              <a:t> → </a:t>
            </a:r>
            <a:r>
              <a:rPr lang="en-US" b="1" dirty="0"/>
              <a:t>Preprocessing</a:t>
            </a:r>
            <a:r>
              <a:rPr lang="en-US" dirty="0"/>
              <a:t> → </a:t>
            </a:r>
            <a:r>
              <a:rPr lang="en-US" b="1" dirty="0"/>
              <a:t>Analysis Modules</a:t>
            </a:r>
            <a:r>
              <a:rPr lang="en-US" dirty="0"/>
              <a:t> → </a:t>
            </a:r>
            <a:r>
              <a:rPr lang="en-US" b="1" dirty="0"/>
              <a:t>Correlation Engine</a:t>
            </a:r>
            <a:r>
              <a:rPr lang="en-US" dirty="0"/>
              <a:t> → </a:t>
            </a:r>
            <a:r>
              <a:rPr lang="en-US" b="1" dirty="0"/>
              <a:t>Dashboard &amp; Report</a:t>
            </a:r>
            <a:endParaRPr lang="en-US" dirty="0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CF0667A-45CB-89A9-C6F2-DFCDB5873AB7}"/>
              </a:ext>
            </a:extLst>
          </p:cNvPr>
          <p:cNvGraphicFramePr/>
          <p:nvPr/>
        </p:nvGraphicFramePr>
        <p:xfrm>
          <a:off x="1024128" y="3148274"/>
          <a:ext cx="10101072" cy="258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5443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FC6C-931E-AC67-6334-B5B5822F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C26E-075E-E1F8-88F2-1221A12A8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Memory Forensics Module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Ransomware Artifact Detector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Log Parser &amp; Correlation Engine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Cloud Forensic Collector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Dashboard &amp; Report Generator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58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D9A20-3510-C7BE-3F29-A053479D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643467"/>
            <a:ext cx="3473009" cy="5571066"/>
          </a:xfrm>
        </p:spPr>
        <p:txBody>
          <a:bodyPr>
            <a:normAutofit/>
          </a:bodyPr>
          <a:lstStyle/>
          <a:p>
            <a:r>
              <a:rPr lang="en-US" dirty="0"/>
              <a:t>Memory Forensics Module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53463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B71D960E-109F-4101-C590-CCFCB977B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744251"/>
              </p:ext>
            </p:extLst>
          </p:nvPr>
        </p:nvGraphicFramePr>
        <p:xfrm>
          <a:off x="942975" y="933450"/>
          <a:ext cx="6596063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970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3E61-B693-AC71-FD3A-3DB1F92E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Ransomware Artifact Detector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E41196D-D96A-DFBB-7C34-E04C1B8F2A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4048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4F840-04C3-E015-A180-9B8AC882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971088"/>
            <a:ext cx="9720072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Log Parser &amp; Correlation Engine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6FE1F4-CCFB-2BC7-5790-F3D0110DE4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065578"/>
              </p:ext>
            </p:extLst>
          </p:nvPr>
        </p:nvGraphicFramePr>
        <p:xfrm>
          <a:off x="642938" y="642938"/>
          <a:ext cx="1089660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176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CE3A6-56FA-6F14-AFE7-D5C55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Forensic Collector</a:t>
            </a:r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74D0D021-0547-1D3B-DDC5-BA4B8918BB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6651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44AC-9F20-299D-C08D-F1EAD901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 &amp; Report Generator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DA09DC4-CCCC-F0DC-AB52-A559754C47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9507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AAD9-6618-E874-6C01-568F20A4F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Tools &amp; Technologies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0DD5457-40B0-E91D-AB98-730E92DF9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515344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6836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7625-4EBD-F362-D301-3ACE5AEB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&amp; Weekly Plan (20 weeks / 5 months)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0D056A-D816-4FF2-5708-617AA806E6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565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39F4-15BE-F566-C2A2-07AF428F7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r>
              <a:rPr lang="en-US" sz="4000"/>
              <a:t>Evaluation &amp;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EDC57-7234-0CCF-2621-F5625843A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133580" cy="3931920"/>
          </a:xfrm>
        </p:spPr>
        <p:txBody>
          <a:bodyPr>
            <a:normAutofit/>
          </a:bodyPr>
          <a:lstStyle/>
          <a:p>
            <a:r>
              <a:rPr lang="en-US" sz="1600" b="1"/>
              <a:t>Test setup:</a:t>
            </a:r>
            <a:r>
              <a:rPr lang="en-US" sz="1600"/>
              <a:t> Isolated VM lab with snapshots. Use synthetic incident scenarios (file encryption scripts that operate only within the test VM, or sanitized sample artifacts) to validate modules.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BED843-D464-6481-54CF-6F3CD8479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892967"/>
              </p:ext>
            </p:extLst>
          </p:nvPr>
        </p:nvGraphicFramePr>
        <p:xfrm>
          <a:off x="4642342" y="836673"/>
          <a:ext cx="6909578" cy="5184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7665">
                  <a:extLst>
                    <a:ext uri="{9D8B030D-6E8A-4147-A177-3AD203B41FA5}">
                      <a16:colId xmlns:a16="http://schemas.microsoft.com/office/drawing/2014/main" val="158811143"/>
                    </a:ext>
                  </a:extLst>
                </a:gridCol>
                <a:gridCol w="3481913">
                  <a:extLst>
                    <a:ext uri="{9D8B030D-6E8A-4147-A177-3AD203B41FA5}">
                      <a16:colId xmlns:a16="http://schemas.microsoft.com/office/drawing/2014/main" val="2638659273"/>
                    </a:ext>
                  </a:extLst>
                </a:gridCol>
              </a:tblGrid>
              <a:tr h="567072"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Metrics</a:t>
                      </a:r>
                    </a:p>
                  </a:txBody>
                  <a:tcPr marL="231458" marR="115729" marT="115729" marB="115729"/>
                </a:tc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Test cases</a:t>
                      </a:r>
                    </a:p>
                  </a:txBody>
                  <a:tcPr marL="231458" marR="115729" marT="115729" marB="115729"/>
                </a:tc>
                <a:extLst>
                  <a:ext uri="{0D108BD9-81ED-4DB2-BD59-A6C34878D82A}">
                    <a16:rowId xmlns:a16="http://schemas.microsoft.com/office/drawing/2014/main" val="959102880"/>
                  </a:ext>
                </a:extLst>
              </a:tr>
              <a:tr h="4617582"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Detection precision &amp; recall for ransomware artifact detection.</a:t>
                      </a:r>
                    </a:p>
                    <a:p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Timeline completeness (percentage of key events recovered).</a:t>
                      </a:r>
                    </a:p>
                    <a:p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Correlation accuracy (correctly linking process/file/net events across sources).</a:t>
                      </a:r>
                    </a:p>
                    <a:p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Report generation correctness (hashes, timestamps, chain-of-custody fields).</a:t>
                      </a:r>
                    </a:p>
                    <a:p>
                      <a:endParaRPr lang="en-US"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31458" marR="115729" marT="115729" marB="115729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Simple file-encryption simulation + memory dump capture.</a:t>
                      </a:r>
                    </a:p>
                    <a:p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Simultaneous file tampering and cloud sync event.</a:t>
                      </a:r>
                    </a:p>
                    <a:p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Multi-stage attack: phishing → process spawn → file encryption → exfil metadata.</a:t>
                      </a:r>
                    </a:p>
                    <a:p>
                      <a:endParaRPr lang="en-US"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31458" marR="115729" marT="115729" marB="115729"/>
                </a:tc>
                <a:extLst>
                  <a:ext uri="{0D108BD9-81ED-4DB2-BD59-A6C34878D82A}">
                    <a16:rowId xmlns:a16="http://schemas.microsoft.com/office/drawing/2014/main" val="4280877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786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9BDE-3D23-ABBE-6914-084E89EFE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Ethics, Safety &amp; Legal Considerations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3DCC0C5-4548-ACB1-2128-ED0D65B699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39265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0995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722C-C045-8384-8623-243FD42C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Mitigations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19DE6FD2-1792-6CB4-1B9D-8A04E3B075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7854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328</TotalTime>
  <Words>1176</Words>
  <Application>Microsoft Office PowerPoint</Application>
  <PresentationFormat>Widescreen</PresentationFormat>
  <Paragraphs>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Tw Cen MT</vt:lpstr>
      <vt:lpstr>Tw Cen MT Condensed</vt:lpstr>
      <vt:lpstr>Wingdings 3</vt:lpstr>
      <vt:lpstr>Integral</vt:lpstr>
      <vt:lpstr>Final Year Proposal</vt:lpstr>
      <vt:lpstr>Problem statement</vt:lpstr>
      <vt:lpstr>Objective</vt:lpstr>
      <vt:lpstr>Research Questions</vt:lpstr>
      <vt:lpstr>Scope &amp; Limitations</vt:lpstr>
      <vt:lpstr>Methodology / System Design</vt:lpstr>
      <vt:lpstr>High-level architecture</vt:lpstr>
      <vt:lpstr>Module details</vt:lpstr>
      <vt:lpstr>Memory Forensics Module</vt:lpstr>
      <vt:lpstr>Ransomware Artifact Detector</vt:lpstr>
      <vt:lpstr>Log Parser &amp; Correlation Engine</vt:lpstr>
      <vt:lpstr>Cloud Forensic Collector</vt:lpstr>
      <vt:lpstr>Dashboard &amp; Report Generator</vt:lpstr>
      <vt:lpstr>Tools &amp; Technologies</vt:lpstr>
      <vt:lpstr>Timeline &amp; Weekly Plan (20 weeks / 5 months)</vt:lpstr>
      <vt:lpstr>Evaluation &amp; Testing</vt:lpstr>
      <vt:lpstr>Ethics, Safety &amp; Legal Considerations</vt:lpstr>
      <vt:lpstr>Risks &amp; Mitigations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AZIZUL HAKIM BIN HASSAN</dc:creator>
  <cp:lastModifiedBy>AZIZUL HAKIM BIN HASSAN</cp:lastModifiedBy>
  <cp:revision>1</cp:revision>
  <dcterms:created xsi:type="dcterms:W3CDTF">2025-09-17T08:06:31Z</dcterms:created>
  <dcterms:modified xsi:type="dcterms:W3CDTF">2025-09-17T13:35:27Z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